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Developer Mindset &amp; How The Web Works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the bootcamp. In this opening lesson you discover what it means to build software in 2026 — when every developer has an AI pair-programmer sitting next to them.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will be able to: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▶Describe how a modern web request flows from a user's browser to a server and 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▶Distinguish between frontend, backend, and full-stack development with concrete examples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▶Explain the HTTP/HTTPS, DNS, TCP, and TLS layers in plain English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▶Identify the four major AI coding assistants and when to use each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▶Adopt the mental model of "AI as junior teammate" rather than "AI as magic oracle"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AI-Powered Development?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Development is the practice of using Large Language Models (LLMs) such as GPT-5, Claude, and Gemini as </a:t>
            </a:r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throughout the software development life-cycle — from planning, to writing code, to reviewing, to debugging and documenting.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224028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replace engineers — it amplifies them. A skilled developer with AI assistance ships in hours what used to take days.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Pillars of the Modern Stack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(Browser)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JavaScript, React — everything your user sees and interacts with.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PHP, Node.js, Python — business logic, authentication, file storage.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🗃️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PostgreSQL, MongoDB — persistent storage of users, orders, content.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Copilot, ChatGPT, Claude — your always-on senior teammate.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 Actually Works — Step by Step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user types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https://swissbridgeacademy.com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presses Enter, here is what happens in the ~200 milliseconds before the page appears.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1DNS lookup — the browser asks a DNS server for the IP address of swissbridgeacademy.com.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2TCP handshake — the browser opens a connection to that IP address on port 443.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3TLS handshake — the server presents its certificate and both sides agree on encryption keys.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4HTTP request — the browser sends GET / HTTP/2 along with cookies and headers.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5Server routing — Laravel / Node / PHP matches the request to a controller and executes business logic.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6Database query — the controller asks MySQL for the home-page data.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7HTTP response — the server streams back HTML (or JSON), the browser parses and renders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 60 Seconds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 request has a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an optional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/api/products?category=laptops HTTP/2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api.store.com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eyJhbGciOi...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HTTP/2 200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 max-age=60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1, "name": "MacBook Pro", "price": 1999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"id": 2, "name": "Dell XPS 15", "price": 1499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512064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120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six main verbs: GET, POST, PUT, PATCH, DELETE, OPTIONS. They map 1:1 to database operations.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0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vs Backend vs Full-Stack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user sees and clicks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JS, React, Tailwind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runs on the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PHP/Laravel, Node/Express,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engineer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modelling, queries, indexes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MySQL, PostgreSQL, MongoDB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deployment,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Linux, Docker, CI/CD, Hostinger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(that's what you become)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AI Teammates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(GPT-5)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reasoning, explanation, teaching. Great for learning new concepts.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🔮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(Opus 4.7)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for long code reviews, refactoring, and nuanced writing.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auto-complete inside VS Code — feels like autocomplete on steroids.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63056" y="274320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0216" y="326440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353872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IDE built around AI. Edit multiple files with one prompt.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AI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▶Learning a new concept → ChatGPT or Claude (ask them to explain like you're 12)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▶Writing a first draft of code → Cursor Composer or GitHub Copilot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▶Reviewing a pull request → Claude (upload the diff and ask for feedback)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▶Debugging a mysterious error → Paste the stack trace + surrounding code into Claude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▶Architecting a new feature → ChatGPT to brainstorm, Cursor to implement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▶Writing tests → Cursor or Copilot (they love deterministic tasks)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▶Generating documentation → any of them — all are excellent at docs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"AI as Junior Teammate" Mindset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1188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234440"/>
            <a:ext cx="11219688" cy="1188720"/>
          </a:xfrm>
          <a:prstGeom prst="rect">
            <a:avLst/>
          </a:prstGeom>
          <a:solidFill>
            <a:srgbClr val="3730A3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1100023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"Treat AI the way you would treat a smart but inexperienced junior engineer. Give them context, review their output, never merge their code blindly."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 principle of this bootcamp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mindset protects you from the two most common failure modes: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758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408736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Trust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36168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AI code without reading it. Leads to hallucinated APIs, security holes, and subtle bugs.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356616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36758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0216" y="408736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Distrust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436168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use AI out of pride. Leads to being 10x slower than your peers.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4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Great AI Prompt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prompt has four components: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(R-C-T-F).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 are a senior Laravel developer with 10 years of e-commerce experience.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am building an online store that sells Swiss watches.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project uses Laravel 11, MySQL 8, and Blade templates.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 table currently has: id, user_id, total, status.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a shipping_address_id column + migration + Eloquent relation.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 that the address belongs to the same user.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the migration file, the updated Order model,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3 PHPUnit tests covering happy path + 2 edge cases.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" y="512064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2120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beats eloquence. Numbers, names, and examples always help.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0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Your First AI-Assisted Code Session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ChatGPT or Claude in a new tab and paste this prompt: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frontend engineer.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single HTML file that displays a 'Hello, World!'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centered on the page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 gradient purple-to-pink background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White text, font-size 48px, modern sans-serif font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 subtle fade-in animation on page load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 the file contents, no explanation.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what it returns as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hello.html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open it in a browser. Congratulations — you just built your first AI-assisted web page.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Output Will Look Like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553712"/>
          </a:xfrm>
          <a:prstGeom prst="roundRect">
            <a:avLst>
              <a:gd name="adj" fmla="val 20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325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&lt;title&gt;Hello World&lt;/title&gt;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&lt;style&gt;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margin: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display: flex;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align-items: center;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justify-content: center;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min-height: 100vh;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background: linear-gradient(135deg, #6a11cb 0%, #ec4899 100%);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font-family: system-ui, sans-serif;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color: white;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font-size: 48px;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animation: fadeIn 1.2s ease-out;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@keyframes fadeIn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 { opacity: 0; transform: translateY(20px);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   { opacity: 1; transform: translateY(0);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&lt;/style&gt;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&lt;body&gt;Hello, World!&lt;/body&gt;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Full-Stack Journey You're About To Take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1Foundations → the tools, Git, and AI workflows (you are here)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2Frontend → HTML, CSS, JS, Bootstrap, Tailwind, TypeScript, React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3PHP + Laravel → build a full e-commerce site with MySQL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4MERN Stack → rebuild the same store with MongoDB + Node + React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5WordPress → rebuild it again with WooCommerce for client 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6Deployment → ship it live on Hostinger with a real domain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3456432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4787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rebuild the same project three times?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2219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clients need different stacks. After this course you will walk into any project and know exactly which stack fits the problem.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Stacks You Will Master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/ Laravel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PHP stack: Linux + Apache + MySQL + PHP. Powers 78% of the web.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⚛️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98264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8264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Express + React + Node. The modern JS-everywhere stack.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65008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2168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#1 CMS — 43% of all websites. Clients love it.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 Tools — Your X-Ray Vision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single line of code you must master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Press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F12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Cmd+Option+I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Mac) in any browser.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▶Elements tab — inspect &amp; live-edit HTML + CSS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▶Console tab — run JavaScript, see logs and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▶Network tab — every request, its status, size, timing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▶Application tab — cookies, localStorage, IndexedDB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▶Lighthouse tab — performance, SEO and accessibility audits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— Reverse Engineer a Real Website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assignment: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1Open swissbridgeacademy.com in Chrome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2Press F12 to open DevTools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3In the Network tab, refresh the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4Identify the first document request — that's the HTML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5Identify one CSS, one JS, one image, and one API request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6Ask ChatGPT: "Explain what each of these file types does for my users"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462272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" y="4462272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5371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82803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come away understanding that a single page is built from dozens of files downloaded in parallel.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Industry Terms You MUST Know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Application Programming Interface — how programs talk to each other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style for designing APIs around HTTP verbs and URLs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lightweight data format ({"key":"value"})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 vs CSR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Rendering (Laravel) vs Client-Side Rendering (React)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 — the four core data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Single-Page Application (React, Vue, Angular)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Integration / Continuous Deployment — automated testing + shipping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Language Model (GPT, Claude, Gemini)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Responsibility of AI-Assisted Coding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" y="123444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this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6002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customer data, API keys, or passwords into a public AI tool. Use the enterprise or offline versions for sensitive 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19456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do this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line of AI-generated code. Run it locally. Understand what it does before it hits production.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512064" y="315468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461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local .ai-context.md file in each project so the AI always has the right background.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Checklist for Lesson 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lesson, confirm you have accounts for: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▶GitHub — free at github.com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▶ChatGPT — free tier at chat.openai.com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▶Claude — free tier at claude.ai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▶Cursor — free tier at cursor.sh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▶Hostinger — for the final deployment lesson (any shared hosting plan)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3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 web is a request/response system built on HTTP and DNS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 full-stack developer owns frontend + backend + database + deployment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tools are force multipliers, not magic boxes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▶Prompt engineering = Role + Context + Task + Format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▶You will build three complete e-commerce sites in three stacks by the 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Lesson 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next lesson you will set up a professional AI-assisted workstation: VS Code + Cursor + Copilot + a polished terminal.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224028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Cursor, create a free GitHub account, and enable GitHub Copilot student access if you're a student.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Lesson 01: The AI-Powered Developer Mindset &amp; How The Web Works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2026-04-18T17:27:28Z</dcterms:created>
  <dcterms:modified xsi:type="dcterms:W3CDTF">2026-04-18T17:27:28Z</dcterms:modified>
</cp:coreProperties>
</file>