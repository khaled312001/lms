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9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&amp; Modern React 19 with Hooks and Context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JavaScript rots at scale. TypeScript + React 19 is the production stack powering Shopify, Stripe, Vercel and Next.js. Let's make you proficient.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30m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30m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TypeScript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▶Catches 40% of bugs before they happen (Airbnb engineering study)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▶Self-documenting — your editor knows every prop and return type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▶Refactor with confidence — rename a field, the compiler finds every caller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▶Adopted by the entire React/Next.js ecosystem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▶Runs anywhere JS runs (Node, browser, Deno, Bun)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 5 Minutes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4059936"/>
          </a:xfrm>
          <a:prstGeom prst="roundRect">
            <a:avLst>
              <a:gd name="adj" fmla="val 225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Basic types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name: string = 'Alice';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age: number = 30;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isPro: boolean = true;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tags: string[] = ['admin', 'staff'];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point: [number, number] = [1, 2];       // tuple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Interfaces for shapes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User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name?: string;           // optional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readonly createdAt: Date;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 types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greet(user: User):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`Hi ${user.name ?? 'friend'}`;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Unions &amp; narrowing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Role = 'admin' | 'student' | 'instructor';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welcome(role: Role) { /* … */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— Functions That Work For Any Type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first&lt;T&gt;(arr: T[]): T | undefined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arr[0];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 = first&lt;number&gt;([1, 2, 3]);   //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 = first(['a', 'b']);          // string (inferred)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Generic React component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ListProps&lt;T&gt;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items: T[];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render: (item: T) =&gt; React.ReactNode;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List&lt;T&gt;({ items, render }: ListProps&lt;T&gt;)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&lt;ul&gt;{items.map((i, k) =&gt; &lt;li key={k}&gt;{render(i)}&lt;/li&gt;)}&lt;/ul&gt;;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Types You Will Use Weekly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Partial&lt;T&gt;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every property optional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Required&lt;T&gt;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every property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Pick&lt;T, K&gt;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only the listed keys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Omit&lt;T, K&gt;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listed keys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Record&lt;K, V&gt;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type with keys K and values 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ReturnType&lt;f&gt;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return type of a 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Awaited&lt;P&gt;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Unwraps a Promise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React 19 + Vite Project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932688"/>
          </a:xfrm>
          <a:prstGeom prst="roundRect">
            <a:avLst>
              <a:gd name="adj" fmla="val 980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 my-app -- --template react-ts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       # open http://localhost:5173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0428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replaces Create React App. Instant hot-reload, native TypeScript, tiny output.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Component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566160"/>
          </a:xfrm>
          <a:prstGeom prst="roundRect">
            <a:avLst>
              <a:gd name="adj" fmla="val 256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src/components/Hello.tsx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Props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age?: 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Hello({ name, age = 0 }: Props)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&lt;section&gt;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&lt;h1&gt;Hello, {name}!&lt;/h1&gt;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{age &gt; 0 &amp;&amp; &lt;p&gt;You are {age} years old.&lt;/p&gt;}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&lt;/section&gt;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src/App.tsx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Hello } from './components/Hello';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App()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&lt;Hello name="Alice" age={30} 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— What You Need To Know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▶Components must return a single root element (or a &lt;&gt;...&lt;/&gt; fragment)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className (not class) and htmlFor (not for)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▶Inline CSS is an object: style={{ color: "red" }}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▶Render lists with items.map(i =&gt; &lt;li key={i.id}&gt;…&lt;/li&gt;) — always a key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▶Event handlers are camelCase: onClick, onChange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 Hooks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[count, setCount] = useState(0);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Side effects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id = setInterval(() =&gt; setCount(c =&gt; c + 1), 1000);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() =&gt; clearInterval(id);              // cleanup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[]);                                        // run once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Memoised value /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doubled = useMemo(() =&gt; count * 2, [count]);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handle  = useCallback(() =&gt; setCount(0), []);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Ref — direct DOM access or mutable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input = useRef&lt;HTMLInputElement&gt;(null);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 input.current?.focus(); }, []);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Patterns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Primitives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[open, setOpen] = useState(false);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Objects — always spread when updating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[user, setUser] = useState({ name: '', email: ''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setUser(u =&gt; ({ ...u, name: 'Alice' }));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Functional updater for correctness under closures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setCount(c =&gt; c + 1);                 // safer than setCount(count + 1)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Derived state — compute in render, don't store 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isValid = email.includes('@');  // no useState needed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— Rules Of Engagement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1234440"/>
            <a:ext cx="11219688" cy="82296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2588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React mistake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6002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fetches in useEffect without a cleanup function. In React 19 with Strict Mode you will fire two requests and see duplicate state.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17352" y="230428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817352" y="23042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33172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cancelled = false;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function load()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data = await fetchUser(id);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(!cancelled) setUser(data);        // guard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() =&gt; { cancelled = true; };     // cleanup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[id]);                                 // re-run when id changes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Share State Without Prop Drilling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4882896"/>
          </a:xfrm>
          <a:prstGeom prst="roundRect">
            <a:avLst>
              <a:gd name="adj" fmla="val 187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4654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auth-context.tsx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createContext, useContext, useState, ReactNode } from 'react';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AuthCtx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user: User |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login: (u: User)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logout: () =&gt; void;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AuthContext = createContext&lt;AuthCtx | null&gt;(null);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AuthProvider({ children }: { children: ReactNode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[user, setUser] = useState&lt;User | null&gt;(null);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&lt;AuthContext.Provider value={{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user,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login: setUser,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logout: () =&gt; setUser(null),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{children}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&lt;/AuthContext.Provider&gt;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useAuth()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ctx = useContext(AuthContext);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(!ctx) throw new Error('useAuth must be inside AuthProvider');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ctx;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With react-hook-form + zod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4059936"/>
          </a:xfrm>
          <a:prstGeom prst="roundRect">
            <a:avLst>
              <a:gd name="adj" fmla="val 225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useForm } from 'react-hook-form';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zodResolver } from '@hookform/resolvers/zod';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z } from 'zod';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schema = z.object({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   z.string().email(),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z.string().min(12),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FormData = z.infer&lt;typeof schema&gt;;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LoginForm()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register, handleSubmit, formState:{ errors } }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useForm&lt;FormData&gt;({ resolver: zodResolver(schema)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&lt;form onSubmit={handleSubmit(login)}&gt;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{...register('email')}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{errors.email &amp;&amp; &lt;p&gt;{errors.email.message}&lt;/p&gt;}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type="password" {...register('password')}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&lt;button&gt;Sign in&lt;/button&gt;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&lt;/form&gt;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With TanStack Query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useQuery } from '@tanstack/react-query';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ProductList()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data, isPending, error } = useQuery({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queryKey: ['products'],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queryFn:  () =&gt; fetch('/api/products').then(r =&gt; r.json()),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(isPending) return &lt;Spinner/&gt;;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(error)     return &lt;p&gt;Failed: {error.message}&lt;/p&gt;;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&lt;ul&gt;{data.map(p =&gt; &lt;li key={p.id}&gt;{p.name}&lt;/li&gt;)}&lt;/ul&gt;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v7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createBrowserRouter, RouterProvider, Link } from 'react-router-dom';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router = createBrowserRouter([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'/',          element: &lt;Home/&gt;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'/products',  element: &lt;Products/&gt;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'/products/:id', element: &lt;Product/&gt;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path: '*',          element: &lt;NotFound/&gt;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App() { return &lt;RouterProvider router={router}/&gt;; 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Composition vs Inheritance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1234440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2588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philosophy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6002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never uses inheritance. You compose small components.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17352" y="230428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817352" y="23042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33172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Bad: huge component with everything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Dashboard({ user, stats, notifications }) { /* 500 lines */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Good: compose from smaller pieces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Dashboard()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&lt;Layout&gt;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&lt;Header/&gt;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&lt;StatsPanel/&gt;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&lt;NotificationList/&gt;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&lt;/Layout&gt;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Tips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▶useMemo only for expensive calculations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▶React.memo only when profiler shows re-renders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▶useCallback when passing callbacks to memoised children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▶Virtualise long lists with react-virtuoso or TanStack Virtual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▶Split your bundle with React.lazy + Suspense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in React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interactive element is a real &lt;button&gt;, not a &lt;div&gt;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onClick={open} aria-label="Add to cart"&gt;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&lt;ShoppingCartIcon aria-hidden="true"/&gt;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Announce dynamic updates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role="status" aria-live="polite"&gt;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{items.length} items in cart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Focus management after navigation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mainHeading.current?.focus();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[location.pathname]);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New Features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▶Actions — pass async functions to &lt;form action={…}&gt;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▶useFormStatus &amp; useActionState — loading/error UI for free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▶useOptimistic — UI updates before the server responds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▶use() — unwrap promises directly in components with Suspense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▶Asset preloading built-in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▶Server Components ready out of the box (with Next.js)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AI for React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   Senior React engineer.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   React 19 + TypeScript + Tailwind + TanStack Query.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    Build &lt;ProductCard&gt; that shows image, name, price,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and 'Add to cart' button. Add to cart uses a mutation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from /api/cart. Loading and error states handled.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RULES:   - Strict TypeScript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WCAG AA accessible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Responsive (mobile: column, md: row)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 Compose with &lt;Card&gt; from shadcn/ui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One .tsx file + a short sample usage snippet.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▶TypeScript turns runtime bugs into compile-time errors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▶React is functional — hooks replace class state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▶useState + useEffect + Context cover 90% of needs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TanStack Query for server state, not Redux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▶Compose small components; never write 500-line ones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10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is complete. Next we build a real shop: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Storefront UI with AI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9: Lesson 09: TypeScript &amp; Modern React 19 with Hooks and Context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2026-04-18T17:27:29Z</dcterms:created>
  <dcterms:modified xsi:type="dcterms:W3CDTF">2026-04-18T17:27:29Z</dcterms:modified>
</cp:coreProperties>
</file>