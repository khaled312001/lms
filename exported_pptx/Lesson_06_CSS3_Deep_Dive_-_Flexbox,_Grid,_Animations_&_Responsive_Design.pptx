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Deep Dive — Flexbox, Grid, Animations &amp; Responsive Design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CSS knowledge to writing production-grade layouts with Flexbox, CSS Grid, custom properties, keyframe animations and a mobile-first mindset.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 30m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 30m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▶The three CSS inheritance rules (Cascade, Specificity, Inheritance)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▶Every unit you need: px, rem, em, %, vh, vw, fr, 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▶Flexbox for 1D layouts (nav bars, card rows)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▶CSS Grid for 2D layouts (entire page templates)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▶@media queries + container queries for responsive design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▶Smooth animations with transition and @keyframes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▶Custom properties (CSS variables) and modern color spaces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CSS Is Applied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&lt;!-- 1. External (best)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rel="stylesheet" href="style.css"&gt;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&lt;!-- 2. Internal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&lt;style&gt;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 { background: #0f172a; color: #fff;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&lt;/style&gt;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&lt;!-- 3. Inline (avoid)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style="color:red"&gt;Warning&lt;/p&gt;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— Who Wins?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rules target the same element, the more </a:t>
            </a:r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selector wins. Think of specificity as a four-digit number: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11274552" cy="91440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style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1,0,0,0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style="color:red"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0,1,0,0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.class, [attr], :pseudo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0,0,1,0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tag, ::pseudo-element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0,0,0,1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p, ::before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397764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9"/>
          <p:cNvSpPr/>
          <p:nvPr/>
        </p:nvSpPr>
        <p:spPr>
          <a:xfrm>
            <a:off x="512064" y="3977640"/>
            <a:ext cx="11219688" cy="822960"/>
          </a:xfrm>
          <a:prstGeom prst="rect">
            <a:avLst/>
          </a:prstGeom>
          <a:solidFill>
            <a:srgbClr val="B45309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406908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!important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434340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everything. Use only as a last resort.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7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Model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084832"/>
          </a:xfrm>
          <a:prstGeom prst="roundRect">
            <a:avLst>
              <a:gd name="adj" fmla="val 438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Every element is a box with four boundaries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box-sizing: border-box;  /* include padding+border in width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320px;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16px;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2px solid #6366f1;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12px;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Universal rule — put this at the top of every stylesheet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*, *::before, *::after { box-sizing: border-box; 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— When To Use What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pixels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Borders, shadows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font-size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Fonts, spacing, sizing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font-size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Component-relative spacing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Fluid widths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vh / vw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Viewport height/width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Full-screen heroes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fraction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columns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"0" character width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line length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393192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" y="3931920"/>
            <a:ext cx="11219688" cy="822960"/>
          </a:xfrm>
          <a:prstGeom prst="rect">
            <a:avLst/>
          </a:prstGeom>
          <a:solidFill>
            <a:srgbClr val="047857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02336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429768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rem for fonts and spacing so users can zoom.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— 1D Layout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236976"/>
          </a:xfrm>
          <a:prstGeom prst="roundRect">
            <a:avLst>
              <a:gd name="adj" fmla="val 282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008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.nav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space-between;  /* main-axis 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             /* cross-axis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1rem;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1rem 2rem;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.nav-links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1.5rem;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list-style: none;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Responsive: stack vertically on mobile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640px)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.nav { flex-direction: column;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608576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4608576"/>
            <a:ext cx="11219688" cy="822960"/>
          </a:xfrm>
          <a:prstGeom prst="rect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700016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974336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thinks in rows (or columns). For full 2D layouts use Grid.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Flex Properties You Use Daily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flex-direction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| column | row-reverse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justify-content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flex-start | center | space-between | space-around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align-items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stretch | flex-start | center | flex-end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length — replaces margin hacks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 (shorthand)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 0 on children for equal columns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— 2D Layout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743200"/>
          </a:xfrm>
          <a:prstGeom prst="roundRect">
            <a:avLst>
              <a:gd name="adj" fmla="val 3333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.page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240px 1fr;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grid-template-rows: auto 1fr auto;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grid-template-areas: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"header header"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"sidebar main"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"footer footer";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min-height: 100vh;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1rem;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 { grid-area: header;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    { grid-area: sidebar;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   { grid-area: main;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  { grid-area: footer;  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4114800"/>
            <a:ext cx="11219688" cy="822960"/>
          </a:xfrm>
          <a:prstGeom prst="rect">
            <a:avLst/>
          </a:prstGeom>
          <a:solidFill>
            <a:srgbClr val="047857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0624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code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grid-template-areas makes layouts readable like ASCII art.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Product Grid In 6 Lines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.products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repeat(auto-fill, minmax(260px, 1fr));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1.5rem;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one rule creates a responsive grid that grows from 1 to N columns automatically, without media queries.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— The Mobile-First Way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249424"/>
          </a:xfrm>
          <a:prstGeom prst="roundRect">
            <a:avLst>
              <a:gd name="adj" fmla="val 406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020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Base = mobile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 font-size: 1rem; padding: 1rem;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640px+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(min-width: 40rem)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.card { font-size: 1.125rem; padding: 1.5rem;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1024px+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(min-width: 64rem)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.card { font-size: 1.25rem; padding: 2rem;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21024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3621024"/>
            <a:ext cx="11219688" cy="822960"/>
          </a:xfrm>
          <a:prstGeom prst="rect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12464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mobile-first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986784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 of traffic is mobile. Write for phones first, enhance for desktops.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Queries (2024+)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591056"/>
          </a:xfrm>
          <a:prstGeom prst="roundRect">
            <a:avLst>
              <a:gd name="adj" fmla="val 574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.product-card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container-type: inline-size;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container-name: card;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@container card (min-width: 400px)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.product-card { display: grid; grid-template-columns: 120px 1fr;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962656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queries style an element based on its </a:t>
            </a:r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size, not the viewport — essential for reusable components.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Properties (CSS Variables)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743200"/>
          </a:xfrm>
          <a:prstGeom prst="roundRect">
            <a:avLst>
              <a:gd name="adj" fmla="val 3333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--primary:   #6366f1;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--secondary: #ec4899;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--radius:    0.75rem;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--shadow-md: 0 4px 12px rgba(0,0,0,0.1);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.button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var(--primary);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var(--radius);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box-shadow: var(--shadow-md);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Dark-mode override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(prefers-color-scheme: dark)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:root { --primary: #8b5cf6;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— Smooth Interactions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.button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#6366f1;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transform: translateY(0);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background 200ms ease,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transform  200ms ease;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.button:hover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#4f46e5;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transform: translateY(-2px);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3291840"/>
            <a:ext cx="11219688" cy="822960"/>
          </a:xfrm>
          <a:prstGeom prst="rect">
            <a:avLst/>
          </a:prstGeom>
          <a:solidFill>
            <a:srgbClr val="B45309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8328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only transform and opacity — they are GPU-accelerated and won't jank.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 Animations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 fadeUp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{ opacity: 0; transform: translateY(30px);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   { opacity: 1; transform: translateY(0);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.hero-text { animation: fadeUp 700ms 100ms ease-out both;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Respect user\'s motion preference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(prefers-reduced-motion: reduce)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 { animation: none !important; transition: none !important;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Color — OKLCH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084832"/>
          </a:xfrm>
          <a:prstGeom prst="roundRect">
            <a:avLst>
              <a:gd name="adj" fmla="val 438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Perceptually uniform — consistent brightness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--brand-500: oklch(60% 0.2 270);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--brand-600: oklch(52% 0.22 270);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--brand-700: oklch(44% 0.22 270);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.button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var(--brand-500);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oklch(98% 0.02 270);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456432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OKLCH replaces HSL. It lets you build perceptually even color ramps from a single hue.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Best Practices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249424"/>
          </a:xfrm>
          <a:prstGeom prst="roundRect">
            <a:avLst>
              <a:gd name="adj" fmla="val 406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020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'Inter', system-ui, -apple-system, sans-serif;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clamp(1rem, 0.9rem + 0.3vw, 1.125rem);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line-height: 1.7;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#1e293b;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text-wrap: pretty;  /* avoid widows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 font-size: clamp(2rem, 1.3rem + 2vw, 3.5rem); line-height: 1.1;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Ideal reading measure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 p { max-width: 72ch; 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Prompt Patterns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084832"/>
          </a:xfrm>
          <a:prstGeom prst="roundRect">
            <a:avLst>
              <a:gd name="adj" fmla="val 438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CSS for a pricing-card component.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Vertical card 320px wide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Gradient purple-pink border (2px)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Rounded 16px corners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- 24px inner padding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Slight lift on hover (translateY + shadow)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Respect prefers-reduced-motion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A single BEM-named block (.pricing-card__*).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CSS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▶Temporary outline: 1px solid red on every element to see boxes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▶Chrome DevTools "Computed" tab shows the final value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▶The "Layers" tab shows GPU layers for perf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▶* { background: rgba(255,0,0,0.1) !important } exposes overflow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▶Cmd/Ctrl + Shift + C = pick an element then live-edit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Tips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▶Avoid @import in CSS (extra request); use &lt;link&gt;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▶Minify and tree-shake in production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will-change: transform only for animating elements — then remove 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▶Audit with Lighthouse — keep "Unused CSS" under 10%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▶Self-host fonts with font-display: swap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▶Start mobile-first, enhance with min-width media queries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▶Flexbox for rows, Grid for pages, container queries for components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▶CSS variables unify themes and enable dark mode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▶Animate only transform and opacity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▶Respect prefers-reduced-motion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Lesson 7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CSS from scratch every time is slow. Next: </a:t>
            </a:r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&amp; Tailwind CSS — build landing pages fast with AI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6: Lesson 06: CSS3 Deep Dive — Flexbox, Grid, Animations &amp; Responsive Design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2026-04-18T17:27:29Z</dcterms:created>
  <dcterms:modified xsi:type="dcterms:W3CDTF">2026-04-18T17:27:29Z</dcterms:modified>
</cp:coreProperties>
</file>