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12188952" cy="41148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800600"/>
            <a:ext cx="12188952" cy="2057400"/>
          </a:xfrm>
          <a:prstGeom prst="rect">
            <a:avLst/>
          </a:prstGeom>
          <a:solidFill>
            <a:srgbClr val="DB2777">
              <a:alpha val="40000"/>
            </a:srgbClr>
          </a:solidFill>
          <a:ln/>
        </p:spPr>
      </p:sp>
      <p:pic>
        <p:nvPicPr>
          <p:cNvPr id="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7196" y="548640"/>
            <a:ext cx="219456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65676" y="1691640"/>
            <a:ext cx="365760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265676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/ 24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 — Building REST APIs with TypeScript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1371600" y="3749040"/>
            <a:ext cx="94457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PHP behind; enter the JavaScript-everywhere stack. Build a type-safe, fast, modern REST API with Node 22, Express 5, TypeScript, and Zod.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15671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671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5671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6839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6839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16839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8007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007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18007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19175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9175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19175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203436" y="5120640"/>
            <a:ext cx="1828800" cy="777240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3436" y="5166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203436" y="5577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▶Scaffold a TypeScript-first Node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▶Design REST endpoints with Express 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▶Validate inputs with Zod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▶Handle errors consistently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▶Structure for testability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▶Ship a dev-ready API in &lt; 2 hours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The Project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591056"/>
          </a:xfrm>
          <a:prstGeom prst="roundRect">
            <a:avLst>
              <a:gd name="adj" fmla="val 5747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shop-api &amp;&amp; cd shop-api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init -y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express zod dotenv cors helmet morgan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-D typescript ts-node-dev @types/node @types/express @types/cors @types/morgan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tsconfig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tsc --init --rootDir src --outDir dist --target es2022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--module node16 --moduleResolution node16 --esModuleInterop --strict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Server (src/server.ts)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'dotenv/config';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express from 'express';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cors from 'cors';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helmet from 'helmet';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morgan from 'morgan';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app = express();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app.use(helmet());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app.use(cors());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app.use(morgan('tiny'));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app.use(express.json());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app.get('/health', (_, res) =&gt; res.json({ ok: true }));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port = Number(process.env.PORT) || 3000;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app.listen(port, () =&gt; console.log(`API on :${port}`));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279392"/>
            <a:ext cx="11274552" cy="1097280"/>
          </a:xfrm>
          <a:prstGeom prst="roundRect">
            <a:avLst>
              <a:gd name="adj" fmla="val 8333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17352" y="4389120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10817352" y="4389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4416552"/>
            <a:ext cx="1017727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ts-node-dev src/server.ts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http://localhost:3000/health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9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server.ts             # entry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app.ts                # express app (testable)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config/env.ts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products.route.ts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auth.route.ts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products.controller.ts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auth.controller.ts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middlewares/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error.ts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validate.ts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auth.ts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schemas/              # Zod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types/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with Express 5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routes/products.route.ts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Router } from 'express';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list, show, create, update, remove } from '../controllers/products.controller';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requireAuth }  from '../middlewares/auth';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validate }     from '../middlewares/validate';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productSchema } from '../schemas/product.schema';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 = Router();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r.get('/',            list);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r.get('/:id',         show);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r.post('/',           requireAuth, validate(productSchema), create);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r.put('/:id',         requireAuth, validate(productSchema), update);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r.delete('/:id',      requireAuth, remove);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r;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907792"/>
          </a:xfrm>
          <a:prstGeom prst="roundRect">
            <a:avLst>
              <a:gd name="adj" fmla="val 314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679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controllers/products.controller.ts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Request, Response, NextFunction } from 'express';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* as svc from '../services/product.service';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list = async (req: Request, res: Response, next: NextFunction)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 res.json(await svc.list());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catch (e) { next(e);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show = async (req: Request, res: Response, next: NextFunction)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p = await svc.find(req.params.id);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(!p) return res.status(404).json({ error: 'Not found'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res.json(p);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(e) { next(e);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 Input Validation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566160"/>
          </a:xfrm>
          <a:prstGeom prst="roundRect">
            <a:avLst>
              <a:gd name="adj" fmla="val 2564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schemas/product.schema.ts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z } from 'zod';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productSchema = z.object({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       z.string().min(2).max(120),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price_cents: z.number().int().positive(),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stock:       z.number().int().min(0).default(0),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category_id: z.string().uuid(),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ProductInput = z.infer&lt;typeof productSchema&gt;;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middlewares/validate.ts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validate = (schema: z.ZodTypeAny)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(req: Request, res: Response, next: NextFunction)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 = schema.safeParse(req.body);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(!result.success)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res.status(400).json({ error: result.error.issues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req.body = result.data;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Middleware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3236976"/>
          </a:xfrm>
          <a:prstGeom prst="roundRect">
            <a:avLst>
              <a:gd name="adj" fmla="val 282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300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middlewares/error.ts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Request, Response, NextFunction } from 'express';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HttpError extends Error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constructor(public status: number, message: string) { super(message);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errorHandler(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err: Error, _req: Request, res: Response, _next: NextFunction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(err instanceof HttpError)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res.status(err.status).json({ error: err.message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console.error(err);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res.status(500).json({ error: 'Internal server error'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Mount LAST in app.ts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app.use(errorHandler);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Vitest + Supertest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578608"/>
          </a:xfrm>
          <a:prstGeom prst="roundRect">
            <a:avLst>
              <a:gd name="adj" fmla="val 354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-D vitest supertest @types/supertest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tests/products.test.ts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describe, it, expect } from 'vitest';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 from 'supertest';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app } from '../src/app';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describe('GET /products',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it('returns 200 and an array', async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 = await request(app).get('/products');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expect(res.status).toBe(200);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expect(Array.isArray(res.body)).toBe(true);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With pino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 pino pino-http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app.ts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pinoHttp from 'pino-http';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app.use(pinoHttp({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level: process.env.LOG_LEVEL ?? 'info',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redact: ['req.headers.authorization'],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a 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req.log.info({ userId: req.user?.id }, 'creating product');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1755648"/>
          </a:xfrm>
          <a:prstGeom prst="roundRect">
            <a:avLst>
              <a:gd name="adj" fmla="val 520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527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rateLimit from 'express-rate-limit';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app.use('/auth/login', rateLimit({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windowMs: 15 * 60 * 1000,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limit:    5,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message:  'Too many attempts, try later',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app.use('/', rateLimit({ windowMs: 60_000, limit: 120 }));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With dotenv + Zod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config/env.ts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z } from 'zod';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env = z.object({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NODE_ENV:   z.enum(['development','test','production']).default('development'),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PORT:       z.coerce.number().default(3000),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MONGO_URL:  z.string().url(),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JWT_SECRET: z.string().min(32),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}).parse(process.env);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env;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&amp; File Upload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084832"/>
          </a:xfrm>
          <a:prstGeom prst="roundRect">
            <a:avLst>
              <a:gd name="adj" fmla="val 4386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1856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multer from 'multer';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upload = multer({ dest: 'uploads/', limits: { fileSize: 5_000_000 } 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app.post('/products/:id/image',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requireAuth,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upload.single('image'),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(req, res)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(!req.file) return res.status(400).json({ error: 'no file'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url = await s3Upload(req.file);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res.json({ url });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For A New Endpoint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249424"/>
          </a:xfrm>
          <a:prstGeom prst="roundRect">
            <a:avLst>
              <a:gd name="adj" fmla="val 4065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020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 POST /orders endpoint: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Requires Bearer JWT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Body: { items: [{ product_id, qty }], address_id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Validate with Zod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Service: create order + order_items in a MongoDB transaction,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decrement product stock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Response: 201 Created + the full order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Unit test in Vitest covering happy path, 422 on invalid,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401 without token, 409 on out-of-stock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route file, controller file, service file, schema file,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tests. Include path comments.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16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Packaging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234440"/>
            <a:ext cx="11274552" cy="2414016"/>
          </a:xfrm>
          <a:prstGeom prst="roundRect">
            <a:avLst>
              <a:gd name="adj" fmla="val 3788"/>
            </a:avLst>
          </a:prstGeom>
          <a:solidFill>
            <a:srgbClr val="02061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7352" y="1344168"/>
            <a:ext cx="822960" cy="274320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10817352" y="13441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71600"/>
            <a:ext cx="10177272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Dockerfile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AS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npx tsc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/app/dist ./dist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/app/node_modules ./node_modules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["node","dist/server.js"]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5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17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Middlewares In The Ecosystem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74552" cy="914400"/>
        </p:xfrm>
        <a:graphic>
          <a:graphicData uri="http://schemas.openxmlformats.org/drawingml/2006/table">
            <a:tbl>
              <a:tblPr/>
              <a:tblGrid>
                <a:gridCol w="5637276"/>
                <a:gridCol w="563727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headers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gzip responses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cookie-parser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 cookies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CSRF tokens (SSR apps)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express-validator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to Zod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strategies (OAuth, etc.)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18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▶Awaiting a res.send (it's not async — use return res.json(...))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▶Forgetting next(err) in async try/catch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▶Not mounting errorHandler last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▶Relying on req.body being present without express.json()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▶Logging secrets (always redact)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19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Tips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▶Enable compression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streaming responses for big payloads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▶Use worker threads for CPU-heavy tasks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▶Replace Express with Hono or Fastify if you need more speed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▶PM2 or systemd to run in production with auto-restarts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20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▶Express 5 + TypeScript + Zod is a joyful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▶Keep controllers thin; put logic in services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▶Validate every input, redact every 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▶Error handler middleware must be LAST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▶Tests with Supertest cover real HTTP paths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Shape 1"/>
          <p:cNvSpPr/>
          <p:nvPr/>
        </p:nvSpPr>
        <p:spPr>
          <a:xfrm>
            <a:off x="4022354" y="0"/>
            <a:ext cx="4022354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4" name="Shape 2"/>
          <p:cNvSpPr/>
          <p:nvPr/>
        </p:nvSpPr>
        <p:spPr>
          <a:xfrm>
            <a:off x="8044708" y="0"/>
            <a:ext cx="4144244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Shape 3"/>
          <p:cNvSpPr/>
          <p:nvPr/>
        </p:nvSpPr>
        <p:spPr>
          <a:xfrm>
            <a:off x="10817352" y="182880"/>
            <a:ext cx="1097280" cy="365760"/>
          </a:xfrm>
          <a:prstGeom prst="roundRect">
            <a:avLst>
              <a:gd name="adj" fmla="val 50000"/>
            </a:avLst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17352" y="182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21 / 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6576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 — Lesson 16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3444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 ready. Now we pair them with a flexible data layer: </a:t>
            </a:r>
            <a:pPr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&amp; Mongoose</a:t>
            </a:r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6400800"/>
            <a:ext cx="11274552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Bridge Academy — AI-Powered Full Stack Bootcamp</a:t>
            </a:r>
            <a:endParaRPr lang="en-US" sz="900" dirty="0"/>
          </a:p>
        </p:txBody>
      </p:sp>
      <p:pic>
        <p:nvPicPr>
          <p:cNvPr id="12" name="Image 0" descr="F:\LMS\exported_pptx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08792" y="6400800"/>
            <a:ext cx="822960" cy="347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Swiss Bridge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15: Lesson 15: Node.js &amp; Express — Building REST APIs with TypeScript</dc:title>
  <dc:subject>AI-Powered Full Stack Development Bootcamp</dc:subject>
  <dc:creator>Swiss Bridge Academy</dc:creator>
  <cp:lastModifiedBy>Swiss Bridge Academy</cp:lastModifiedBy>
  <cp:revision>1</cp:revision>
  <dcterms:created xsi:type="dcterms:W3CDTF">2026-04-18T17:27:30Z</dcterms:created>
  <dcterms:modified xsi:type="dcterms:W3CDTF">2026-04-18T17:27:30Z</dcterms:modified>
</cp:coreProperties>
</file>