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23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to Hostinger — Domains, MySQL, SSL &amp; Email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you've built lives on localhost. Now we push the Laravel store, the MERN API, and the WordPress site to a live Hostinger account with a real domain, free SSL, and transactional email.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Hostinger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▶\$1.99-\$10/mo — unbeatable price for shared hosting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▶Built-in MySQL, phpMyAdmin, free SSL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▶Node.js VPS plans start at \$5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▶cPanel-like hPanel — clean, localised, beginner-friendly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▶24/7 chat support and free domain on yearly plans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Setup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1Sign up at hostinger.com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2Buy a "Premium Web Hosting" plan (+ free domain)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3Pick the data-centre closest to your users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4Set the admin email you actually read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5Enable 2FA on your account immediately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DNS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1Domains → Claim free domain (or buy separately)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2Point DNS A record to your hosting IP (done by default for free domains)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3Add www CNAME → your apex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4Wait 15-60 minutes for propagation (dig or whatsmydns.net)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SSL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▶hPanel → SSL → Let's Encrypt → Install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▶Force HTTPS option → Enable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▶Auto-renewal happens; verify monthly the first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▶Also enable HSTS header (see lesson 22)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The Laravel Store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432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1Push your Laravel repo to GitHub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2hPanel → Git Integration → Create Repo → connect GitHub → choose branch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3Auto-pull on every push (webhook)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4SSH in via the in-browser Terminal: cd ~/domains/yourdomain/public_html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5composer install --no-dev --optimize-autoloader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6php artisan migrate --force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7php artisan storage:link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.htaccess &amp; public Directory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Simplest: set "Document Root" to public/ in hPanel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Alternative — root .htaccess that rewrites to /public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RewriteEngine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RewriteRule ^(.*)$ public/$1 [L]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File in /public/.htaccess (ships with Laravel)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&lt;IfModule mod_rewrite.c&gt;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RewriteEngine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RewriteRule ^(.*)/$ /$1 [L,R=301]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RewriteCond %{REQUEST_FILENAME} !-d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RewriteCond %{REQUEST_FILENAME} !-f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RewriteRule ^ index.php [L]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&lt;/IfModule&gt;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MySQL Database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1hPanel → Databases → MySQL Databases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2Create database yourname_shop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3Create user yourname_app with strong password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4Assign user → grant ALL privileges on the new DB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5Copy host/user/pw into Laravel .env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1274552" cy="1261872"/>
          </a:xfrm>
          <a:prstGeom prst="roundRect">
            <a:avLst>
              <a:gd name="adj" fmla="val 72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321868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32186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246120"/>
            <a:ext cx="1017727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DB_CONNECTION=mysql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DB_HOST=localhost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DB_PORT=3306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DB_DATABASE=u492425110_shop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DB_USERNAME=u492425110_app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DB_PASSWORD=strong-secret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Production Config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on Hostinger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APP_ENV=production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APP_DEBUG=false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APP_URL=https://swissshop.com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LOG_LEVEL=warning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QUEUE_CONNECTION=database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SESSION_DRIVER=database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CACHE_DRIVER=file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MAIL_MAILER=smtp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once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key:generate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config:cache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route:cache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view:cache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279392"/>
            <a:ext cx="54864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4279392"/>
            <a:ext cx="11219688" cy="822960"/>
          </a:xfrm>
          <a:prstGeom prst="rect">
            <a:avLst/>
          </a:prstGeom>
          <a:solidFill>
            <a:srgbClr val="B91C1C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370832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645152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deploy with APP_DEBUG=true — it leaks stack traces.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&amp; Cron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hPanel → Advanced → Cron Jobs → Add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Laravel scheduler (runs every minute)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* * * * cd ~/domains/swissshop.com/public_html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php artisan schedule:run &gt;&gt; /dev/null 2&gt;&amp;1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Queue worker (supervisor not always available; use a kick-cron)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*/5 * * * * cd ~/domains/swissshop.com/public_html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php artisan queue:work --stop-when-empty --tries=3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&gt;&gt; storage/logs/queue.log 2&gt;&amp;1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The MERN App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hosting does not run Node easily; use a Hostinger VPS or Cloud Startup plan for Node. Otherwise deploy the API to Render / Fly.io and the web to Vercel — both free tiers.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17352" y="235000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10817352" y="235000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 the Hostinger VPS (Ubuntu)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install -y nginx nodejs npm git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git@github.com:you/mern-shop.git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mern-shop/apps/api &amp;&amp; npm ci &amp;&amp; npm run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start dist/server.js --name shop-api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pm2 save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Nginx reverse proxy /api → 3000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nano /etc/nginx/sites-available/api.swissshop.com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(paste proxy_pass 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ln -s /etc/nginx/sites-available/api.swissshop.com /etc/nginx/sites-enabled/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certbot --nginx -d api.swissshop.com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reload nginx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WordPress on Hostinger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1hPanel → Auto-Installer → WordPress → one-click install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2Point it to your domain/subfolder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3Set strong admin password; enable 2FA plugin immediately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4Install LiteSpeed Cache and WooCommerce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5Import the site (Duplicator / All-in-One WP Migration)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wp-config Hardening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wp-config.php production settings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define('WP_DEBUG', 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define('DISALLOW_FILE_EDIT', 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define('FORCE_SSL_ADMIN', 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define('AUTOMATIC_UPDATER_DISABLED', false);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define('WP_AUTO_UPDATE_CORE', 'minor');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define('WP_POST_REVISIONS', 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$table_prefix = 'sba_';      // non-default prefix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Rotate AUTH_KEY, SECURE_AUTH_KEY, etc via api.wordpress.org/secret-key/1.1/salt/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Email (Hostinger)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1hPanel → Emails → Create mailbox info@yourdomain.com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2Copy SMTP host: smtp.hostinger.com, port 465, SSL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3Use in Laravel .env / WordPress WP Mail SMTP plugin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4Add SPF, DKIM, DMARC DNS records (hPanel has a wizard)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5Test deliverability with mail-tester.com — aim 10/10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Records You Need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 → 84.2xx.xxx.xxx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www → yourdomain.com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 → mail.yourdomain.com (priority 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TXT (SPF)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v=spf1 include:_spf.hostinger.com ~all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TXT (DKIM)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hostingermail._domainkey → v=DKIM1; k=rsa; p=…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TXT (DMARC)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_dmarc → v=DMARC1; p=quarantine; rua=mailto:dmarc@yourdomain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Strategy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▶hPanel → Daily backups (Premium plan) — 7-day retention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▶Offsite copy once a week — rsync + cron to a DigitalOcean Space / Backblaze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▶Snapshot before every deploy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▶Document restore procedure; test quarterly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Blue-green on Hostinger (simple version)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current/           → symlink to releases/2026-04-18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2026-04-18/     # previous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2026-04-19/     # new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Pull new, install, then flip the symlink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-sfn /home/…/releases/2026-04-19 /home/…/current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config:cache                # warm caches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 Rotation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▶Let's Encrypt auto-renews every 90 days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▶Check status monthly via hPanel SSL page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▶If using Cloudflare, Full (Strict) mode + origin cert + LE at Hostinger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▶Enable OCSP stapling for faster handshakes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Post-Deploy Smoke Tests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1Visit homepage over HTTPS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2Create a test order with a Stripe test card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3Receive order-confirmation email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4Open the admin panel and log 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5Run Lighthouse — performance &gt; 90, accessibility &gt; 90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6Run SSL Labs test — grade A or higher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Checklist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.env missing APP_KEY, permissions on storage/bootstrap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to npm run build or wrong APP_URL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connection refused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localhost vs mysql.yourhost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 not arriving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SPF/DKIM missing — check DNS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WordPress redirect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 mismatch — set siteurl to https://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▶Hostinger hPanel makes shared hosting a breeze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▶Laravel via Git + composer on shared hosting works great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▶MERN needs a VPS or external platform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▶Free Let's Encrypt SSL + auto-renew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▶SPF + DKIM + DMARC for reliable email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24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live! Final lesson: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Launch, maintenance, backups &amp; your AI-powered developer roadmap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23: Lesson 23: Deploying to Hostinger — Domains, MySQL, SSL &amp; Email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2026-04-18T17:27:30Z</dcterms:created>
  <dcterms:modified xsi:type="dcterms:W3CDTF">2026-04-18T17:27:30Z</dcterms:modified>
</cp:coreProperties>
</file>