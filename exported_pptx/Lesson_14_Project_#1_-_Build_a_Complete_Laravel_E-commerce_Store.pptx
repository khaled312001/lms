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14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— Build a Complete Laravel E-commerce Store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launched: a full Laravel 11 e-commerce site with authentication, product catalog, cart, checkout, Stripe payment, order emails, admin panel, and tests.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Scope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🛍️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filter, search; responsive with Tailwind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61104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398264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98264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with qty + coupons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65008" y="123444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2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2168" y="134416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02168" y="175564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2168" y="202996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test-mode payments + guest checkout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emails, order history, statuses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61104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98264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98264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98264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products, categories, orders; charts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65008" y="2743200"/>
            <a:ext cx="3666744" cy="1371600"/>
          </a:xfrm>
          <a:prstGeom prst="roundRect">
            <a:avLst>
              <a:gd name="adj" fmla="val 5333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2168" y="285292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202168" y="3264408"/>
            <a:ext cx="33924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02168" y="3538728"/>
            <a:ext cx="3392424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feature tests covering every user flow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3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Bootstrap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laravel new swiss-shop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swiss-shop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laravel/breeze --dev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breeze:install blade --dark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stripe/stripe-php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barryvdh/laravel-dompdf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key:generate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920240"/>
          </a:xfrm>
          <a:prstGeom prst="roundRect">
            <a:avLst>
              <a:gd name="adj" fmla="val 476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Category       -mfs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Product        -mfs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Address        -mf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Cart           -m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CartItem       -m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Coupon         -mf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Order          -mfs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OrderItem      -m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make:model Review         -mf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migrate:fresh --seed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54864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3291840"/>
            <a:ext cx="11219688" cy="822960"/>
          </a:xfrm>
          <a:prstGeom prst="rect">
            <a:avLst/>
          </a:prstGeom>
          <a:solidFill>
            <a:srgbClr val="0E749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383280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= migration, -f = factory, -s = seeder, -c = controller.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Model &amp; Relations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extends Model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$fillable = ['name','slug','sku','price_cents','stock','category_id','description','image'];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$casts    = ['price_cents' =&gt; 'int'];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category() { return $this-&gt;belongsTo(Category::class);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reviews()  { return $this-&gt;hasMany(Review::class);  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getPriceAttribute()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number_format($this-&gt;price_cents / 100, 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scopeInStock($q)   { return $q-&gt;where('stock','&gt;',0);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scopeFeatured($q)  { return $q-&gt;where('is_featured',true);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Service (Session-based)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CartService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add(Product $p, int $qty = 1): void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$cart = session()-&gt;get('cart', 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$cart[$p-&gt;id] = ($cart[$p-&gt;id] ?? 0) + $qty;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session()-&gt;put('cart', $cart);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lines(): Collection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$cart = session('cart', []);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Product::findMany(array_keys($cart))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-&gt;map(fn($p) =&gt; [ 'product'=&gt;$p, 'qty'=&gt;$cart[$p-&gt;id]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total(): 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$this-&gt;lines()-&gt;sum(fn($l) =&gt; $l['product']-&gt;price_cents * $l['qty']);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clear(): void { session()-&gt;forget('cart');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 Routes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Route::get('/',                       [StoreController::class,'home'])-&gt;name('home');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Route::get('/products',               [StoreController::class,'index'])-&gt;name('products.index');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Route::get('/products/{product:slug}',[StoreController::class,'show'])-&gt;name('products.show');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Route::post('/cart/add/{product}',    [CartController::class,'add'])-&gt;name('cart.add');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Route::patch('/cart/set/{product}',   [CartController::class,'set'])-&gt;name('cart.set');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Route::delete('/cart/remove/{product}',[CartController::class,'remove'])-&gt;name('cart.remove');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Route::middleware('auth')-&gt;group(function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Route::get('/checkout', [CheckoutController::class,'show'])-&gt;name('checkout');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Route::post('/checkout',[CheckoutController::class,'place'])-&gt;name('checkout.place');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Route::get('/orders',   [OrderController::class,'index'])-&gt;name('orders.index');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 Integration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4059936"/>
          </a:xfrm>
          <a:prstGeom prst="roundRect">
            <a:avLst>
              <a:gd name="adj" fmla="val 2252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STRIPE_KEY=pk_test_…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STRIPE_SECRET=sk_test_…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CheckoutController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place(Request $req, CartService $cart)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\Stripe\Stripe::setApiKey(config('services.stripe.secret'));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$session = \Stripe\Checkout\Session::create([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'line_items' =&gt; $cart-&gt;lines()-&gt;map(fn($l) =&gt;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'price_data' =&gt;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'currency'     =&gt; 'usd',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'product_data' =&gt; ['name' =&gt; $l['product']-&gt;name],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'unit_amount'  =&gt; $l['product']-&gt;price_cents,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'quantity' =&gt; $l['qty'],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])-&gt;toArray(),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'mode'       =&gt; 'payment',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'success_url'=&gt; route('checkout.success') . '?s={CHECKOUT_SESSION_ID}',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'cancel_url' =&gt; route('products.index'),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redirect($session-&gt;url);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 &amp; Emails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895344"/>
          </a:xfrm>
          <a:prstGeom prst="roundRect">
            <a:avLst>
              <a:gd name="adj" fmla="val 23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666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 success webhook or success_url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success(Request $req, CartService $cart)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DB::transaction(function () use ($req, $cart)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$order = Order::create([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'user_id'     =&gt; auth()-&gt;id(),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'total_cents' =&gt; $cart-&gt;total(),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'status'      =&gt; 'paid',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$cart-&gt;lines()-&gt;each(function ($l) use ($order)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OrderItem::create([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'order_id'         =&gt; $order-&gt;id,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'product_id'       =&gt; $l['product']-&gt;id,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'qty'              =&gt; $l['qty'],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'unit_price_cents' =&gt; $l['product']-&gt;price_cents,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$l['product']-&gt;decrement('stock', $l['qty']);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Mail::to(auth()-&gt;user())-&gt;send(new OrderConfirmed($order));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$cart-&gt;clear();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redirect()-&gt;route('orders.index')-&gt;with('status','Paid!');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with Filament (v3)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filament/filament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filament:install --panels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make:filament-user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make:filament-resource Product --generate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make:filament-resource Order --generate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Visit /admin → polished CRUD for every model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" y="2962656"/>
            <a:ext cx="11219688" cy="822960"/>
          </a:xfrm>
          <a:prstGeom prst="rect">
            <a:avLst/>
          </a:prstGeom>
          <a:solidFill>
            <a:srgbClr val="04785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54096"/>
            <a:ext cx="110002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328416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 generates admin UIs with charts, relation managers, bulk actions — saves weeks of work.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&amp; Discounts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Coupon extends Model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isValid(): bool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$this-&gt;active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$this-&gt;uses &lt; $this-&gt;max_uses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&amp;&amp; now()-&gt;between($this-&gt;starts_at, $this-&gt;ends_at);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applyTo(int $subtotalCents): int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match ($this-&gt;type)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'percent' =&gt; intval($subtotalCents * (1 - $this-&gt;value / 100)),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'fixed'   =&gt; max(0, $subtotalCents - $this-&gt;value),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Laravel Scout + Meilisearch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laravel/scout meilisearch/meilisearch-php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vendor:publish --provider="Laravel\Scout\ScoutServiceProvider"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Laravel\Scout\Searchable;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Product extends Model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Searchable;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function toSearchableArray(): array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['id'=&gt;$this-&gt;id, 'name'=&gt;$this-&gt;name, 'description'=&gt;$this-&gt;description];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Route::get('/search', fn(Request $r)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Product::search($r-&gt;q)-&gt;paginate(20));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Metadata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{{-- resources/views/products/show.blade.php --}}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@push('meta')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&lt;title&gt;{{ $product-&gt;name }} – SwissShop&lt;/title&gt;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 content="{{ Str::limit($product-&gt;description, 160) }}"&gt;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      content="{{ $product-&gt;name }}"&gt;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property="og:image"      content="{{ asset($product-&gt;image) }}"&gt;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property="og:type"       content="product"&gt;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rel="canonical"          href="{{ url()-&gt;current() }}"&gt;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@endpush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Invoices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261872"/>
          </a:xfrm>
          <a:prstGeom prst="roundRect">
            <a:avLst>
              <a:gd name="adj" fmla="val 72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OrderController.php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function invoice(Order $order): 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$this-&gt;authorize('view', $order);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$pdf = Pdf::loadView('orders.invoice', ['order' =&gt; $order]);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$pdf-&gt;download("invoice-{$order-&gt;id}.pdf");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633472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barryvdh/laravel-dompdf — one-liner PDFs from a Blade 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6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▶Eager-load related models with with() to avoid N+1 queries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▶Cache expensive queries: Cache::remember('top', 3600, fn() =&gt; …)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▶Laravel Telescope to profile queries locally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▶php artisan optimize for production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Octane + Swoole/FrankenPHP for 10x throughput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Checklist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▶Never dump .env; it's in .gitignore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CSRF-protect forms (Blade @csrf)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▶Escape output with {{ \$var }}, not {!! \$var !!}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▶Validate everything in FormRequests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policies or gates for authorization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▶Rotate APP_KEY and Stripe keys if leaked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Tests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test('guest can browse products',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Product::factory(5)-&gt;create();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$this-&gt;get('/products')-&gt;assertOk()-&gt;assertSeeText('Products');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test('user can add item to cart', function 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$user    = User::factory()-&gt;create();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$product = Product::factory()-&gt;create();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$this-&gt;actingAs($user)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-&gt;post(route('cart.add', $product))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-&gt;assertRedirect();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expect(session('cart'))-&gt;toBe([$product-&gt;id =&gt; 1]);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Acceleration In This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▶"Write an OrderPolicy where only the owner and admins can view an order"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▶"Generate Filament resource for Product with filters on category and stock"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▶"Convert the cart service to use the database instead of sessions for logged-in users"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▶"Add a Stripe webhook that marks orders as paid when checkout.session.completed fires"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▶"Write a Pest feature test that covers the full checkout flow with a fake Stripe"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Folder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743200"/>
          </a:xfrm>
          <a:prstGeom prst="roundRect">
            <a:avLst>
              <a:gd name="adj" fmla="val 3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Http/Controllers/Store/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StoreController.php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CartController.php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CheckoutController.php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OrderController.php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Http/Controllers/Admin/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Filament/Resources/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  Cart, CartItem, Coupon, Order, OrderItem, Product,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Services/CartService.php, StripeService.php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Mail/OrderConfirmed.php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resources/views/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layouts/app.blade.php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store/  home, products/index, products/show, cart, checkout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emails/order-confirmed.blade.php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Homework — Ship Project #1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1Commit the repo on GitHub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2Record a 2-minute demo video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3Write a README with screenshots and setup steps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4Stretch: add a wishlist feature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5Stretch: add product variants (size/color)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▶Laravel + Filament + Stripe ships a real store in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▶Session carts → DB carts when the user logs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▶Always wrap multi-step writes in a DB transaction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▶Eager-load to avoid the N+1 query trap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▶Test the critical flows before every merge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#1 shipped! Now we rebuild the same store with a completely different stack: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 + TypeScript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14: Lesson 14: Project #1 — Build a Complete Laravel E-commerce Store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