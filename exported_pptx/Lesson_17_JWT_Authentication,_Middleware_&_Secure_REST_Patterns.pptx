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Middleware &amp; Secure REST Patterns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security-critical. Learn the right way to hash passwords, issue access + refresh JWTs, rotate tokens, and defend against the OWASP top 10 in your Node API.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▶Hash passwords with Argon2 / bcrypt properly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▶Issue signed JWT access tokens + refresh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▶Rotate refresh tokens on every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▶Protect routes with middleware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▶Implement logout, password reset, and email verification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▶Store tokens securely in the browser (httpOnly cookies)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Endpoint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566160"/>
          </a:xfrm>
          <a:prstGeom prst="roundRect">
            <a:avLst>
              <a:gd name="adj" fmla="val 256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argon2 from 'argon2';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registerSchema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   z.string().email(),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z.string().min(12),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z.string().min(2),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app.post('/auth/register', async (req, res, next)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registerSchema.parse(req.body);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(await User.findOne({ email: data.email 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res.status(409).json({ error: 'email taken'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passwordHash = await argon2.hash(data.password);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await User.create({ ...data, password: passwordHash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res.status(201).json({ id: user.id, email: user.email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 next(e);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JWT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jwt from 'jsonwebtoken';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app.post('/auth/login', async (req, res)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email, password } = req.body;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User.findOne({ email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 || !(await argon2.verify(user.password, password)))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'invalid credentials'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access  = jwt.sign({ sub: user.id, role: user.role }, env.JWT_SECRET, { expiresIn: '15m'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refresh = jwt.sign({ sub: user.id },                   env.JWT_REFRESH_SECRET, { expiresIn: '30d'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res.cookie('rt', refresh, { httpOnly: true, secure: true, sameSite: 'strict', path: '/auth'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access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requireAuth(req: Request, res: Response, next: NextFunction)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header = req.headers.authorization;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(!header?.startsWith('Bearer 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'missing token'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payload = jwt.verify(header.slice(7), env.JWT_SECRET) as { sub: string; role: string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req.user = { id: payload.sub, role: payload.role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'invalid token'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Role-based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requireAdmin = (req, res, next)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req.user?.role === 'admin' ? next() : res.status(403).end();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566160"/>
          </a:xfrm>
          <a:prstGeom prst="roundRect">
            <a:avLst>
              <a:gd name="adj" fmla="val 256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auth.route.ts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app.post('/auth/refresh', async (req, res)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req.cookies?.rt;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res.status(401).end();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sub } = jwt.verify(token, env.JWT_REFRESH_SECRET) as { sub: string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Invalidate the used refresh token (DB allow-list)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(!(await RefreshToken.findOneAndDelete({ token })))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res.status(401).end();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   = await User.findById(sub);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access  = jwt.sign({ sub: user.id, role: user.role }, env.JWT_SECRET, { expiresIn: '15m'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refresh = jwt.sign({ sub: user.id }, env.JWT_REFRESH_SECRET, { expiresIn: '30d'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RefreshToken.create({ userId: user.id, token: refresh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res.cookie('rt', refresh, { httpOnly: true, secure: true, sameSite: 'strict', path: '/auth'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 access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 res.status(401).end();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Rules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Argon2id (best) or bcrypt cost 12+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use MD5, SHA-1 or SHA-256 without HMAC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store passwords in logs or error payloads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return the hash in API responses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▶Rate-limit login (5 attempts / 15 min per IP+email)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1User submits email on /forgot-password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2Backend generates a random token (32 bytes), stores hashed version + 15-minute expiry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3Email a link: https://app/reset?token=RAW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4User opens link → submits new 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5Backend verifies hash(token) + not expired → updates password + deletes token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a signed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jwt.sign({ sub: user.id }, env.EMAIL_SECRET, { expiresIn: '24h'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sendEmail(user.email, `Confirm: https://app/verify?t=${token}`);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 endpoint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app.get('/verify', async (req, res)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sub } = jwt.verify(req.query.t as string, env.EMAIL_SECRET);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User.updateOne({ _id: sub }, { emailVerified: true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res.redirect('/login?verified=1');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res.status(400).send('Invalid or expired link');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Storage In The Browser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Avoid for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(mitigate with SameSite)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Preferred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(JS var)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For access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worker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Advanced 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297180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632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pattern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3375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in memory; refresh token in an httpOnly Secure SameSite cookie.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cookie-based SPA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csurf from 'csurf';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csrf = csurf({ cookie: { httpOnly: true, secure: true, sameSite: 'strict' }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app.get('/csrf', csrf, (req, res) =&gt; res.json({ token: req.csrfToken()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app.post('/*', csrf, /* your routes */);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React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fetch('/orders', { headers: { 'CSRF-Token': token } 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The Most Important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Parameterise every query, validate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hashing + token rotation + rate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Access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auth on every route; test with non-admin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output, use CSP, httpOnly cookies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 external URLs, reject 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Insecure Deserialization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eval / load untrusted JSON schemas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— Secure Headers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helmet from 'helmet';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app.use(helmet({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contentSecurityPolicy: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directives: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defaultSrc: ["'self'"],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imgSrc:     ["'self'", 'data:', 'https:'],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scriptSrc:  ["'self'"],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styleSrc:   ["'self'", "'unsafe-inline'"],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hsts: { maxAge: 31536000, includeSubDomains: true, preload: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high-value actions (password change, payout, account delete)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AuditLog.create({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userId:    req.user.id,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   'password_changed',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ip:        req.ip,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userAgent: req.get('user-agent'),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     { browser: ua.browser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View per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app.get('/me/audit', requireAuth, async (req, res)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res.json(await AuditLog.find({ userId: req.user.id }).limit(50).sort('-createdAt'))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commit .env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▶Rotate JWT secrets on a schedule (every 90 days)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 secrets manager in production (AWS Secrets, Doppler, HCP Vault)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▶Different keys for dev / staging / prod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▶Scan commits with git-secrets or trufflehog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For A Hardened Login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POST /auth/login endpoint for Express 5 + TypeScript: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Argon2id for password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Rate-limit 5 per 15min per (email + ip)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Issue 15-minute JWT access and 30-day refresh (httpOnly cookie)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Return minimal user info + access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On failure, return generic 'invalid credentials' (no enumeration)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Log attempts for audit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Vitest + Supertest for happy path, wrong password, rate-limit.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the controller, service, route, and test file.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Auth Flows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test('blocks brute force',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6;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request(app).post('/auth/login').send({ email: 'a@b.com', password: 'x'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request(app).post('/auth/login').send({ email: 'a@b.com', password: 'x'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expect(res.status).toBe(429);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Login (OAuth)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passport + strategies (Google, GitHub, Apple)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▶Or Auth0 / Clerk / Supabase Auth for hosted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▶Flow: redirect → provider → callback → create/find user → issue JWT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fetch emails from the provider; trust them as verified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▶Store provider + provider_user_id on your User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&amp; Passwordless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▶TOTP via otplib — QR code onboarding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▶Email magic links — sign the user in via a single-use link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▶WebAuthn (passkeys) — phishing-resistant, Apple/Google push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▶SMS is still common but weakest — never the sole factor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▶Store encrypted 2FA secrets; never log OTPs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▶Hash with Argon2id, verify with constant-time compare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▶JWT access (short) + refresh (long, rotated) in httpOnly cookie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▶Rate-limit login, verify email, reset with short-lived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▶Helmet + HTTPS + CSRF + validation protect the perimeter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▶Audit log every sensitive 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18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down. Time to assemble everything: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#2 — Build a Complete MERN E-commerce Store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17: Lesson 17: JWT Authentication, Middleware &amp; Secure REST Patterns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