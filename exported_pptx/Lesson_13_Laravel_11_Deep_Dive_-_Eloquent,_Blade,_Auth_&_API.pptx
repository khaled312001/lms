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11 Deep Dive — Eloquent, Blade, Auth &amp; API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is PHP's most loved framework — elegant, productive, and deeply powered by AI tooling. In this lesson you master routing, Eloquent, Blade, authentication, and REST API building.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Laravel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▶Beautiful, opinionated conventions that make teams productive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▶Eloquent ORM — expressive queries, relationships, events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▶Built-in auth, queues, caching, broadcasting, storage, jobs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▶Artisan CLI: scaffolding, migrations, generators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▶Huge ecosystem: Breeze, Jetstream, Livewire, Inertia, Filament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Laravel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create-project laravel/laravel my-shop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serve           # http://localhost:8000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with the global installer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global require laravel/installer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laravel new my-shop --git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DB_DATABASE=shop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DB_USERNAME=root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Anatomy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730752"/>
          </a:xfrm>
          <a:prstGeom prst="roundRect">
            <a:avLst>
              <a:gd name="adj" fmla="val 245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502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my-shop/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Http/Controllers/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Providers/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bootstrap/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migrations/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seeders/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factories/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public/          # index.php — your webroot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resources/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views/       # Blade templates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css/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api.php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.env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Basics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routes/web.php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App\Http\Controllers\ProductController;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Route::get('/',              [HomeController::class, 'index']);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Route::get('/products',      [ProductController::class, 'index']);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Route::get('/products/{id}', [ProductController::class, 'show'])-&gt;whereNumber('id');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Grouped with middleware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Route::middleware('auth')-&gt;prefix('admin')-&gt;group(function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Route::resource('products', AdminProductController::class);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059936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App\Http\Controllers;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App\Models\Product;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Illuminate\Http\Request;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ProductController extends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index(Request $request)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$products = Product::query()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-&gt;when($request-&gt;category, fn($q, $c) =&gt; $q-&gt;where('category_id', $c))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-&gt;latest()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-&gt;paginate(20);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view('products.index', compact('products'));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show(Product $product)   // route-model binding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view('products.show', compact('product'));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Models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App\Models;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Illuminate\Database\Eloquent\Model;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extends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$fillable = ['name', 'price_cents', 'stock', 'category_id'];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$casts    = ['price_cents' =&gt; 'int'];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category() { return $this-&gt;belongsTo(Category::class);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reviews()  { return $this-&gt;hasMany(Review::class);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tags()     { return $this-&gt;belongsToMany(Tag::class);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scopeInStock($q) { return $q-&gt;where('stock', '&gt;', 0);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$list = Product::inStock()-&gt;with('category')-&gt;get();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database/migrations/2026_04_18_create_products_table.php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 class extends Migration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up(): void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Schema::create('products', function (Blueprint $t)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$t-&gt;id();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$t-&gt;string('sku')-&gt;unique();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$t-&gt;string('name');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$t-&gt;string('slug')-&gt;unique();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$t-&gt;text('description')-&gt;nullable();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$t-&gt;unsignedInteger('price_cents');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$t-&gt;unsignedInteger('stock')-&gt;default(0);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$t-&gt;foreignId('category_id')-&gt;constrained();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$t-&gt;timestamps();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Run: php artisan migrate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Seeders &amp; Factories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database/factories/ProductFactory.php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ProductFactory extends Factory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definition(): array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'sku'         =&gt; strtoupper(fake()-&gt;bothify('??-####')),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'name'        =&gt; fake()-&gt;words(3, true),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'slug'        =&gt; fake()-&gt;unique()-&gt;slug(),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'price_cents' =&gt; fake()-&gt;numberBetween(1000, 50000),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'stock'       =&gt; fake()-&gt;numberBetween(0, 200),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'category_id' =&gt; Category::factory(),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tinker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Product::factory(100)-&gt;create();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882896"/>
          </a:xfrm>
          <a:prstGeom prst="roundRect">
            <a:avLst>
              <a:gd name="adj" fmla="val 187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654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resources/views/layouts/app.blade.php --}}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&lt;title&gt;@yield('title') – SwissShop&lt;/title&gt;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@vite(['resources/css/app.css', 'resources/js/app.js'])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@include('partials.nav')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&lt;main&gt;@yield('content')&lt;/main&gt;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resources/views/products/index.blade.php --}}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@extends('layouts.app')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@section('title', 'Products')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@section('content')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&lt;h1&gt;Products&lt;/h1&gt;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@forelse ($products as $p)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&lt;h2&gt;{{ $p-&gt;name }}&lt;/h2&gt;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&lt;p&gt;${{ number_format($p-&gt;price_cents / 100, 2) }}&lt;/p&gt;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@empty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&lt;p&gt;No products yet.&lt;/p&gt;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@endforelse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$products-&gt;links()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@endsection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Validation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store(Request $request)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$data = $request-&gt;validate([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'name'        =&gt; ['required','string','max:255'],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'price_cents' =&gt; ['required','integer','min:1'],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'stock'       =&gt; ['required','integer','min:0'],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'category_id' =&gt; ['required','exists:categories,id'],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$product = Product::create($data);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-&gt;route('products.show', $product)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-&gt;with('status', 'Product created!');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with Breeze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auth in one 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laravel/breeze --dev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breeze:install blade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&amp;&amp; npm run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 now have: /register, /login, /forgot-password,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/reset-password, /verify-email, password confirmation, sessions, CSRF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Policies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app/Policies/ProductPolicy.php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update(User $user, Product $product):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$user-&gt;id === $product-&gt;user_id || $user-&gt;is_admin;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in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$this-&gt;authorize('update', $product);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Blade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@can('update', $product)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href="{{ route('products.edit', $product) }}"&gt;Edit&lt;/a&gt;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@endcan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REST API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401568"/>
          </a:xfrm>
          <a:prstGeom prst="roundRect">
            <a:avLst>
              <a:gd name="adj" fmla="val 26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routes/api.php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App\Http\Controllers\Api\ProductApiController;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Route::apiResource('products', ProductApiController::class);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index(): JsonResponse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response()-&gt;json(Product::paginate(20));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store(StoreProductRequest $req): JsonResponse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response()-&gt;json(Product::create($req-&gt;validated()), 201);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Consumers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 /api/products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POST /api/products  (JSON body)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 /api/products/1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PUT  /api/products/1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DELETE /api/products/1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Resources — Clean JSON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app/Http/Resources/ProductResource.php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toArray($request): array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'id'      =&gt; $this-&gt;id,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'name'    =&gt; $this-&gt;name,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'slug'    =&gt; $this-&gt;slug,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'price'   =&gt; number_format($this-&gt;price_cents / 100, 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'in_stock'=&gt; $this-&gt;stock &gt; 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'category'=&gt; CategoryResource::make($this-&gt;whenLoaded('category')),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ProductResource::collection(Product::with('category')-&gt;paginate(20));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&amp; Jobs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job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make:job SendOrderConfirmation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job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handle(MailService $mail): void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$mail-&gt;send($this-&gt;order-&gt;customer_email, new OrderShipped($this-&gt;order));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Dispatch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SendOrderConfirmation::dispatch($order);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the worker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queue:work --queue=default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Remember forever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$top = Cache::rememberForever('top-products',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Product::orderByDesc('sales')-&gt;limit(10)-&gt;get();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TTL remember (60 seconds)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$hot = Cache::remember('hot', 60, fn() =&gt; Product::latest()-&gt;limit(5)-&gt;get());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Manual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Cache::put('key', 'value', 3600);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Cache::forget('key');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app/Http/Middleware/LogRequest.php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handle(Request $request, Closure $next):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Log::info($request-&gt;method() . ' ' . $request-&gt;path());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$next($request);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 in bootstrap/app.php (Laravel 11)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-&gt;withMiddleware(function (Middleware $m)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$m-&gt;append(LogRequest::class);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Route-level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Route::get('/admin', AdminDashboard::class)-&gt;middleware(['auth', 'can:admin']);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PHPUnit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tests/Feature/ProductTest.php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test_user_can_view_products_list(): void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Product::factory(3)-&gt;create();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$response = $this-&gt;get('/products');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$response-&gt;assertStatus(200)-&gt;assertSeeText('Products');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test_guest_cannot_create_product(): void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$response = $this-&gt;post('/products', ['name' =&gt; 'X']);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$response-&gt;assertRedirect('/login');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Run: php artisan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With Laravel — Prompt Patterns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a Laravel 11 feature: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Model Product + migration with columns: name, slug, price_cents, stock, description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Controller with resource methods + StoreProductRequest &amp; UpdateProductRequest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Policy: only owner or admin can edit/delete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Blade index page with pagination + Tailwind styling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Factory &amp; seeder with 50 fake products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each file separately with its path comment at the top.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▶Laravel = Artisan + Eloquent + Blade + conventions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▶Migrations + Factories + Seeders replicate your DB anywhere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▶Breeze gives full auth in one command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▶Policies handle authorization cleanly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▶API Resources + apiResource routes = instant JSON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mastered. Next we build a real e-commerce store end to end: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— Complete Laravel E-commerce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13: Lesson 13: Laravel 11 Deep Dive — Eloquent, Blade, Auth &amp; API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