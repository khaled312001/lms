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#2 — Build a Complete MERN E-commerce Store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everything: Node + Express + MongoDB + React + TypeScript + Tailwind + Zustand + TanStack Query into one shipped-ready e-commerce site.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19 + TS + Tailwind + shadcn/ui + Zustand + TanStack Query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+ Express 5 + TS + Zod + Pino + Helmet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(free M0) with Mongoose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httpOnly refresh + Argon2id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Layout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mern-shop/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api/            (from lessons 15-17)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web/            (from lesson 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shared/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types.ts     # Product, Order, Cart shapes shared by both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pnpm-workspace.yaml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 (packages/shared/types.ts)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072384"/>
          </a:xfrm>
          <a:prstGeom prst="roundRect">
            <a:avLst>
              <a:gd name="adj" fmla="val 297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Product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 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slug: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priceCents: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    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categoryId: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CartLine { productId: string; qty: number;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Order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 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      Array&lt;{ productId: string; priceCents: number; qty: number; }&gt;;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total:     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     'pending' | 'paid' | 'shipped' | 'cancelled';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createdAt: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We Need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/auth/register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/auth/refresh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/auth/logout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Invalidate refresh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Paginated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/products/:slug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server cart (auth)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 End-To-End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1User registers → backend stores Argon2 hash → sends verification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2User clicks email link → account verified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3User logs in → receives access (15 min) + refresh (httpOnly cookie)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4Frontend stores access in memory (zustand) and calls APIs with Bearer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5On 401 response, frontend hits /auth/refresh → new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6Logout → frontend deletes cookie + clears store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API Client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895344"/>
          </a:xfrm>
          <a:prstGeom prst="roundRect">
            <a:avLst>
              <a:gd name="adj" fmla="val 23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web/src/lib/api.ts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useAuth } from '../stores/auth';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api&lt;T&gt;(path: string, init: RequestInit = {}): Promise&lt;T&gt;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access = useAuth.getState().access;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fetch(import.meta.env.VITE_API_URL + path,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...init,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credentials: 'include',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...(init.headers ?? {}),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'Content-Type': 'application/json',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...(access ? { Authorization: `Bearer ${access}` } : {}),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(res.status === 401)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refreshed = await refresh();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(refreshed) return api&lt;T&gt;(path, init);  // retry once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Error('unauthenticated');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(!res.ok) throw new Error((await res.json()).error ?? res.statusText);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Store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web/src/stores/auth.ts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AuthState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access: string 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  { id: string; name: string; email: string } 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setAccess: (a: string | null)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setUser:   (u: AuthState['user'])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logout:    () =&gt; Promise&lt;void&gt;;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useAuth = create&lt;AuthState&gt;((set)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access: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 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setAccess: (access) =&gt; set({ access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setUser:   (user) =&gt; set({ user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logout:   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fetch('/auth/logout', { method: 'POST', credentials: 'include'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set({ access: null, user: null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Sync Strategy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Guests: cart in localStorage (Zustand persist)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Users:  server persists cart in the DB; local syncs on login.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(user)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fetch server cart on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api('/cart').then(remote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merged = merge(local.lines, remote.lines);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pushToServer(merged);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setLines(merged);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[user]);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An Order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072384"/>
          </a:xfrm>
          <a:prstGeom prst="roundRect">
            <a:avLst>
              <a:gd name="adj" fmla="val 297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/orders — backend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app.post('/orders', requireAuth, async (req, res)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payload = orderSchema.parse(req.body);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session = await mongoose.startSession();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session.startTransaction();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products = await Product.find({ _id: { $in: payload.items.map(i =&gt; i.productId) } }).session(session);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(const item of payload.items)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p = products.find(x =&gt; x.id === item.productId);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(!p || p.stock &lt; item.qty) throw new HttpError(409, 'out of stock');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p.stock -= item.qty; await p.save({ session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order = await Order.create([{ ...payload, userId: req.user.id }], { session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session.commitTransaction();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res.status(201).json(order[0]);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(e) { await session.abortTransaction(); next(e);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With Moderation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reviewSchema = new Schema({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userId:    { type: Types.ObjectId, ref: 'User',    required: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productId: { type: Types.ObjectId, ref: 'Product', required: true, index: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{ type: Number, min: 1, max: 5, required: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    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   { type: String, enum: ['pending','approved','rejected'], default: 'pending'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 timestamps: true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approval, update product aggregate rating (a pre-save 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Review or a queue job that recomputes on approval).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Uploads (S3-Compatible)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Cloudflare R2 or DigitalOcean Spaces (both S3-compatible + cheap)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S3Client, PutObjectCommand } from '@aws-sdk/client-s3';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s3 = new S3Client({ region: 'auto', endpoint: env.R2_ENDPOINT, credentials: { accessKeyId: env.R2_KEY, secretAccessKey: env.R2_SECRET }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s3.send(new PutObjectCommand({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Bucket: 'shop-media',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Key: `products/${Date.now()}-${file.originalname}`,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file.buffer,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ContentType: file.mimetype,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ACL: 'public-read',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Product Page — Reviews &amp; Cart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895344"/>
          </a:xfrm>
          <a:prstGeom prst="roundRect">
            <a:avLst>
              <a:gd name="adj" fmla="val 23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ProductPage({ slug }: { slug: string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product } = useQuery({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queryKey: ['products', slug],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queryFn:  () =&gt; api&lt;Product&gt;(`/products/${slug}`),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data: reviews } = useQuery({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queryKey: ['reviews', slug],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queryFn:  () =&gt; api&lt;Review[]&gt;(`/products/${slug}/reviews`),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 !!product,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addToCart = useCart(s =&gt; s.add);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(!product) return &lt;Skeleton/&gt;;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&lt;Gallery images={product.images}/&gt;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&lt;h1&gt;{product.name}&lt;/h1&gt;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&lt;p&gt;${(product.priceCents/100).toFixed(2)}&lt;/p&gt;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addToCart(product)}&gt;Add to cart&lt;/button&gt;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&lt;ReviewList reviews={reviews ?? []}/&gt;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(Filament-style In React)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▶Route-guard /admin/* with role==="admin"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▶Tables using TanStack Table with sorting + filtering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▶Charts using Recharts — daily revenue, top products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▶Product CRUD drawer with shadcn/ui Dialog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▶Order detail page with shipping + refund buttons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Data For The Demo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scripts/seed.ts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categories = ['Watches','Bags','Jewellery','Accessories']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.map(name =&gt; ({ name, slug: name.toLowerCase()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Category.insertMany(categories);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products = Array.from({ length: 40 }, (_, i)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 faker.commerce.productName(),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slug:        faker.helpers.slugify(`p-${i}-${faker.string.nanoid(4)}`).toLowerCase(),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priceCents:  faker.number.int({ min: 1000, max: 99900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      faker.number.int({ min: 0, max: 200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      faker.image.urlLoremFlickr({ category: 'product'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categoryId:  faker.helpers.arrayElement(categories).id,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Product.insertMany(products);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pnpm/action-setup@v3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node-version: 22, cache: pnpm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pnpm 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pnpm -r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pnpm -r build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Previews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▶Frontend: Vercel / Cloudflare Pages (both free for hobby)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▶Backend: Render / Fly.io / Railway / DigitalOcean App Platform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▶DB: MongoDB Atlas (free tier)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▶Images: Cloudflare R2 (10GB free)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▶We'll ship the full thing to Hostinger in lesson 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▶Logs — pino + Logtail or Better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▶Errors — Sentry SDK (free tier)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▶Uptime — Better Stack or Pingdom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▶Performance — Vercel Analytics, or web-vitals + POST /vitals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▶Dashboard — Grafana Cloud free tier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MERN Project Bugs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▶CORS misconfiguration — allow only your frontend origin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▶Cookies not sent — remember credentials:"include" + exact origin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▶ObjectId stringify issues — use toJSON transform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▶Race conditions on stock — always use $inc with a condition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▶Missing 401 → refresh retry loop — always back off after one retry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1GitHub monorepo with apps/web and apps/api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2README with architecture diagram + setup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3Screenshots of product page, cart, checkout, admin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410+ Vitest tests passing in CI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5Deployed previews of both web and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▶Share types between API and UI — prevents entire classes of bugs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▶Access in memory, refresh in httpOnly cookie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▶Guest cart local, user cart on server; merge on login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▶Transactions for order placement — never undershoot stock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▶CI, Sentry, pino — observability from day 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19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 mastered. Now the stack that runs 43% of the web for non-developers: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&amp; WooCommerce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18: Lesson 18: Project #2 — Build a Complete MERN E-commerce Store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