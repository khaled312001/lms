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20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#3 — Build a WordPress + WooCommerce Store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professional e-commerce site in hours, not weeks: WooCommerce setup, Stripe + PayPal payments, shipping zones, a custom theme, and AI-assisted product copy.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30m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30m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In Numbers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▶28% of all online stores worldwide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▶6+ million active installs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▶Free, open-source, GPL-licensed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▶Hundreds of payment gateways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▶Themes &amp; add-ons for any use case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1WordPress admin → Plugins → Add New → search "WooCommerce"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2Install &amp; activate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3Run the setup wizard: store address, currency, industry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4Add tax regions, shipping zones, payment methods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5Install storefront-friendly theme (Storefront, Kadence, Blocksy)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WooCommerce Concepts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variable (size/color), grouped, 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Tag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Taxonomy for browsing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Color, size — used for variations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Lifecycle: pending → processing → 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codes — percent, fixed, BOGO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WP User with billing + shipping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+ shipping methods per zone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▶Stripe — free plugin, Apple/Google Pay supported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▶PayPal — built-in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▶Razorpay — for India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▶Mollie — European-friendly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▶Square, Authorize.net, Klarna, AfterPay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▶Manual — bank transfer, cash on delivery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Product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3127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1Products → Add New → title, description, excerpt, featured image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2Product data → Simple product → Regular price / Sale price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3Inventory tab → SKU, stock quantity, low-stock threshold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4Shipping tab → weight, dimensions → used for rate calculation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5Linked products → upsells, cross-sells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6Attributes → add color, size for variations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7Advanced → purchase note, enable reviews, menu order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8Categories + tags + product image in sidebar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9Publish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Products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Size:  S | M | L | XL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Black | White | Red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variations automatically → set price, stock, image per variation.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Shopper picks size + color on the product page → right variation added to cart.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Zones &amp; Classes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1WooCommerce → Settings → Shipping → Add Shipping Zone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2Define region (e.g. United States, EU, Switzerland)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3Add method: Flat rate / Free shipping / Local pickup / Real-time (DHL, FedEx via plugin)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4Shipping classes → optional, to group heavy/fragile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▶Settings → General → Enable tax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▶Settings → Tax → tax rates per region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▶Or plug in Avalara / TaxJar for automation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▶Swiss &amp; EU VAT — use "Prices include tax"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▶Test with a low-tax and high-tax region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The Storefront Theme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child theme style.css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.woocommerce ul.products li.product h2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'Inter', sans-serif;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1.125rem;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600;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.woocommerce .button.alt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linear-gradient(135deg,#6366f1,#ec4899);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 none;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0.75rem;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child theme functions.php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add_filter('woocommerce_currency_symbol', function ($s, $c)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$c === 'CHF' ? 'CHF ' : $s;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10, 2);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Overrides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Copy a WooCommerce template into your theme to override it: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wp-content/plugins/woocommerce/templates/single-product/meta.php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wp-content/themes/your-child/woocommerce/single-product/meta.php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WooCommerce auto-uses your override. Document with the 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to stay in sync when Woo updates.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Hooks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content before 'add to cart'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add_action('woocommerce_before_add_to_cart_button',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'&lt;p class="eco-badge"&gt;🌿 Ethically sourced&lt;/p&gt;';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price display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add_filter('woocommerce_get_price_html', function ($html, $product)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($product-&gt;is_on_sale()) return '&lt;span class="sale"&gt;'.$html.'&lt;/span&gt;';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$html;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10, 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admin email on low-stock alert (built-in) — just enable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Fields For Products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ACF to add fields like "Care instructions" or "Country of origin".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template: single-product/tabs/description.php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$care = get_field('care_instructions', get_the_ID());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($care) echo '&lt;h4&gt;Care&lt;/h4&gt;&lt;p&gt;'.esc_html($care).'&lt;/p&gt;';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▶Built-in Analytics dashboard → revenue, orders, customers, products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▶Google Analytics 4 via WooCommerce plugin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▶Meta Pixel for 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▶Hotjar for user session recording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▶Mailchimp / Klaviyo for email marketing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GDPR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▶Force HTTPS site-wide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▶Disable "Comments" on products unless you moderate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▶Privacy Policy page linked in footer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▶Consent banner (Complianz or Iubenda plugin)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▶Remove billing data after X days (tools)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▶Disable XML-RPC and wp-login brute force via Wordfence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For WooCommerce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▶PHP 8.2+ with OPcache &amp; JIT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▶Redis object cache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▶WP Rocket or LiteSpeed page cache with rules for cart/checkout exclusions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▶Image CDN (Bunny, Cloudflare)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▶Audit with Query Monitor plugin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Copy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You are a luxury e-commerce copywriter.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Write a 120-word product description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Name: 'Swiss Classic Chrono'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Features: Automatic movement, sapphire crystal, 42mm case,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leather strap, 100m water resistance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Tone: Refined, confident, not hype-y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the description + 5 SEO keywords.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— Custom Wo Hook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426464"/>
          </a:xfrm>
          <a:prstGeom prst="roundRect">
            <a:avLst>
              <a:gd name="adj" fmla="val 6410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a WooCommerce snippet that: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Adds a 'Gift wrap +$5' checkbox on the cart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If checked, adds a fee to the order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Shows the wrap choice in the admin order details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Persists the choice across cart refreshes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WooCommerce hooks (woocommerce_before_calculate_totals, etc).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WooCommerce coding standards. Secure &amp; escaped.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Cart Recovery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▶Plugin: CartBounty / Abandoned Cart Lite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▶Store carts in DB; capture email early at checkout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▶Auto-send 3 recovery emails at 1h, 24h, 72h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▶A/B test subject lines and discount offers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▶Average recovery = 10-20% of abandoned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 — Launched Shop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products with real images and AI-written descriptions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categories, 10 tags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3Stripe + PayPal in test mode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4Shipping zones: your country + international flat rate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5Custom child theme with branded colours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6At least one custom block or hook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7Demo video walking through a test purchase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▶WooCommerce + a good theme = a real store in under a day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▶Stripe + PayPal cover 95% of customers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▶Child themes + overrides keep you update-safe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▶Hooks let you change WooCommerce's behaviour without editing 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▶AI writes faster and often better product copy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21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shops shipped! Now we zoom out: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Analytics &amp; Core Web Vitals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20: Lesson 20: Project #3 — Build a WordPress + WooCommerce Store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