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Semantic Markup &amp; Accessible Structure with AI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the skeleton of every web page. Modern HTML5 gives us semantic tags, forms, media, and accessibility super-powers — let's master them with AI as our co-pilot.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▶Write clean, semantic HTML5 that search engines and screen readers love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▶Master every form input type, including HTML5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▶Embed images, video, and audio correctly and responsively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ARIA attributes to make pages accessible (WCAG AA)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AI to generate markup from plain-English descriptions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HTML5 Document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730752"/>
          </a:xfrm>
          <a:prstGeom prst="roundRect">
            <a:avLst>
              <a:gd name="adj" fmla="val 245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&lt;title&gt;Swiss Bridge Academy&lt;/title&gt;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 content="AI-powered full-stack bootcamp"&gt;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href="style.css"&gt;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&lt;header&gt;&lt;!-- nav --&gt;&lt;/header&gt;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&lt;h1&gt;Welcome&lt;/h1&gt;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&lt;p&gt;Content goes here…&lt;/p&gt;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2026&lt;/footer&gt;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 src="app.js" defer&gt;&lt;/script&gt;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— Why They Matter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&lt;header&gt;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bar, logo + nav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&lt;nav&gt;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navigation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&lt;main&gt;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unique page content (only one per page)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&lt;article&gt;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standalone piece (blog post, product card)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&lt;section&gt;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thematic grouping with a heading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&lt;aside&gt;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but tangential (sidebar)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&lt;footer&gt;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or section footer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&lt;figure&gt;/&lt;figcaption&gt;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with a caption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2519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425196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434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bonus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helps Google understand page structure → higher rankings.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Hierarchy (h1-h6)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&lt;h1&gt;Swiss Bridge Academy&lt;/h1&gt;        &lt;!-- one per page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&lt;h2&gt;Courses&lt;/h2&gt;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&lt;h3&gt;Web Development&lt;/h3&gt;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&lt;h4&gt;Lesson 5 – HTML&lt;/h4&gt;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&lt;h3&gt;Data Science&lt;/h3&gt;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&lt;h2&gt;Instructors&lt;/h2&gt;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633472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2491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9923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levels (h1 → h3). It breaks screen readers and SEO.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Links &amp; Images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Unordered list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&lt;li&gt;HTML&lt;/li&gt;&lt;li&gt;CSS&lt;/li&gt;&lt;li&gt;JavaScript&lt;/li&gt;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Ordered list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&lt;li&gt;First&lt;/li&gt;&lt;li&gt;Second&lt;/li&gt;&lt;li&gt;Third&lt;/li&gt;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href="/courses" title="Browse all courses"&gt;All Courses&lt;/a&gt;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 with modern attributes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src="/hero.webp"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alt="Students coding together"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width="1200" height="600"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loading="lazy"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decoding="async"&gt;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— The Complete Toolkit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566160"/>
          </a:xfrm>
          <a:prstGeom prst="roundRect">
            <a:avLst>
              <a:gd name="adj" fmla="val 256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action="/register" method="post" novalidate&gt;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for="email"&gt;Email&lt;/label&gt;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id="email" name="email" type="email"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required autocomplete="email"&gt;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for="pw"&gt;Password&lt;/label&gt;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id="pw" name="password" type="password"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required minlength="12" autocomplete="new-password"&gt;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for="dob"&gt;Date of birth&lt;/label&gt;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id="dob" name="dob" type="date" required&gt;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&lt;legend&gt;Plan&lt;/legend&gt;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&lt;label&gt;&lt;input type="radio" name="plan" value="free" checked&gt; Free&lt;/label&gt;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&lt;label&gt;&lt;input type="radio" name="plan" value="pro"&gt; Pro — $9/mo&lt;/label&gt;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type="submit"&gt;Create account&lt;/button&gt;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HTML5 Input Types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email, password, url, 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text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number,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input + slider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time, datetime-local, month,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color picker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Styled differently by browsers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 with accept="image/*"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checkbox, radio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/ single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 tokens,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Media: &lt;picture&gt; and &lt;video&gt;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&lt;picture&gt;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srcset="/hero-small.webp 480w,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/hero-large.webp 1200w"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sizes="(max-width: 600px) 480px, 1200px"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type="image/webp"&gt;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src="/hero.jpg" alt="Hero banner"&gt;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&lt;/picture&gt;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 poster="/poster.jpg" width="640" preload="metadata"&gt;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src="/intro.webm" type="video/webm"&gt;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src="/intro.mp4"  type="video/mp4"&gt;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Sorry, your browser doesn't support HTML5 video.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— Quick Wins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&lt;img&gt; has an alt attribute (empty if decorative)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form input has a &lt;label&gt; associated by for/id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▶Buttons say what they do: "Add to cart" beats "Click here"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real &lt;button&gt; elements, not &lt;div onclick&gt;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▶Keyboard users can tab through every interactive element in logical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▶Color contrast ≥ 4.5:1 for normal text (WCAG AA)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— When HTML Is Not Enough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 custom dialog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role="dialog"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aria-labelledby="dlgTitle"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aria-describedby="dlgDesc"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aria-modal="true"&gt;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 id="dlgTitle"&gt;Delete account?&lt;/h2&gt;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id="dlgDesc"&gt;This action cannot be undone.&lt;/p&gt;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&lt;button&gt;Cancel&lt;/button&gt;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aria-label="Confirm delete"&gt;Delete&lt;/button&gt;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Live region (dynamic updates)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role="status" aria-live="polite"&gt;3 items in cart&lt;/div&gt;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Hiding decorative icon from screen readers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&lt;svg aria-hidden="true"&gt;…&lt;/svg&gt;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&amp; Open Graph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&lt;title&gt;AI-Powered Full Stack Bootcamp – Swiss Bridge Academy&lt;/title&gt;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 content="24 lessons that take you from zero to deploying real e-commerce stores with AI."&gt;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rel="canonical" href="https://swissbridgeacademy.com/courses/ai-full-stack"&gt;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Open Graph (Facebook, LinkedIn, iMessage)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       content="AI Full Stack Bootcamp"&gt;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property="og:description" content="Zero to deployed in 24 lessons"&gt;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property="og:image"       content="https://.../og-image.png"&gt;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property="og:type"        content="website"&gt;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Twitter Card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name="twitter:card" content="summary_large_image"&gt;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Build Your Portfolio Homepage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portfolio/index.html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these sections: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1&lt;header&gt; with your logo + &lt;nav&gt; (Home, About, Projects, Contact)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2&lt;main&gt; containing three &lt;section&gt;s: hero, projects, contact 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3At least three &lt;article&gt; cards in the projects section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working contact form with at least 4 inputs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&lt;footer&gt; with copyright + social links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AI to Generate HTML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Senior web developer.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Generate a single index.html for a SaaS landing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an app called 'BudgetWise'.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Pure semantic HTML5, no CSS or 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Sections: hero, features (3 cards), testimonials 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pricing table (3 tiers), FAQ (4 items), footer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Open Graph &amp; Twitter meta in the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All images use /placeholder.jpg with good alts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Form at the bottom: email + CTA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Add aria-labels where semantics are ambiguous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the full file only — no commentary.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HTML Mistakes The AI Will Catch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▶Multiple &lt;h1&gt; tags on one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▶Using &lt;b&gt; instead of &lt;strong&gt;, or &lt;i&gt; instead of &lt;em&gt;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▶Missing alt on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▶Using &lt;table&gt; for layout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▶Inline styles instead of a stylesheet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▶Omitting lang on &lt;html&gt;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Entities &amp; Characters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Ampersand in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&amp;lt; &amp;gt;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&amp;copy;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&amp;nbsp;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non-breaking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words together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&amp;mdash;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Em-dash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&amp;hellip;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Ellipsis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Your HTML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1Go to validator.w3.org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2Paste your URL or upload your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3Fix every error and warning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4Repeat until the page is "clean"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2761488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5292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validate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markup is the #1 cause of weird cross-browser bugs.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Screen Readers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+ Ctrl + 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 + F5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ChromeVox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Alt + 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Accessibility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your own page for 2 minutes. If something feels awkward, fix the markup — don't blame the reader.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loading="lazy" for below-the-fold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decoding="async" to avoid blocking render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▶Preload critical assets: &lt;link rel="preload" as="font"&gt;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WebP or AVIF instead of JPEG/PNG where possible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▶Put &lt;script defer&gt; at the bottom of &lt;body&gt;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▶HTML5 is semantic first — pick the tag that describes the meaning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▶Forms have 22 input types and built-in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▶Accessibility is a baseline requirement, not a bonus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▶Meta tags control how you appear in Google and social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can generate whole pages — but you must still read and validate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gives pages meaning — CSS gives them beauty.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Deep Dive — Flexbox, Grid, Animations &amp; Responsive Design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5: Lesson 05: HTML5 — Semantic Markup &amp; Accessible Structure with AI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