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Mongoose — Schema Design for E-commerce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DBs model rows; MongoDB models documents. Learn when to pick Mongo, how to design schemas, and how to query with Mongoose in a type-safe way.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Mongo vs When MySQL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Mongo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MySQL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or evolving schema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is stable &amp; 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read throughput with denormalised 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joins /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Geospatial, analytics, logs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/ transactional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prototyping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data (product → variants → images)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relational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(Atlas Free Tier)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1Create a free account at cloud.mongodb.com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2Create a free M0 cluster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3Create a DB user + whitelist your IP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4Copy the connection string to .env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5Install drivers: npm i mongoose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Mongoose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db.ts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mongoose from 'mongoose';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env from './config/env';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connect()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mongoose.set('strictQuery', 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mongoose.connect(env.MONGO_URL);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console.log('Mongo connected');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process.on('SIGINT', () =&gt; mongoose.disconnect());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Schema &amp; Model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models/product.model.ts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Schema, model, Types } from 'mongoose';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productSchema = new Schema({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      { type: String, required: true, trim: true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slug:        { type: String, required: true, unique: true, index: true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priceCents:  { type: Number, required: true, min: 1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stock:       { type: Number, default: 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categoryId:  { type: Types.ObjectId, ref: 'Category', required: true, index: true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images:      [String],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attributes:  { type: Map, of: String },          // flexible key/val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{ timestamps: true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Product = model('Product', productSchema);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vs Referenced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401568"/>
          </a:xfrm>
          <a:prstGeom prst="roundRect">
            <a:avLst>
              <a:gd name="adj" fmla="val 26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Referenced (normalised)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_id: 'order-1',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userId: ObjectId('user-1'),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productId: ObjectId('p-1'), qty: 2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productId: ObjectId('p-2'), qty: 1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Embedded (denormalised — read-optimised)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_id: 'order-1',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user: { id: 'user-1', name: 'Alice'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productId: 'p-1', name: 'Watch', priceCents: 19900, qty: 2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productId: 'p-2', name: 'Band',  priceCents:  1900, qty: 1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73168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4773168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64608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513892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for data that is always accessed together (order → items). Reference when data is shared (products in many orders).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With Mongoose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Product.create({ name, slug, priceCents, categoryId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list = await Product.find({ stock: { $gt: 0 } }).limit(20).sort('-createdAt');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one  = await Product.findById(id).populate('categoryId');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Product.updateOne({ slug }, { $inc: { stock: -1 }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Product.findByIdAndDelete(id);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&amp; Operators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$eq, $ne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Equal, not equal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$gt, $gte, $lt, $lte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$in, $nin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/ not in array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$and, $or, $not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$regex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Full-text search (with index)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Geospatial proximity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Pipeline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Revenue per category this 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pipeline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$match: { placedAt: { $gte: startOfMonth } }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$unwind: '$items'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$group: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_id: '$items.categoryId',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revenue: { $sum: { $multiply: ['$items.priceCents','$items.qty'] }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$lookup: { from: 'categories', localField: '_id', foreignField: '_id', as: 'cat' }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revenue: -1 }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rows = await Order.aggregate(pipeline);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schema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productSchema.index({ slug: 1 }, { unique: true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productSchema.index({ name: 'text', description: 'text'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productSchema.index({ priceCents: 1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productSchema.index({ categoryId: 1, priceCents: 1 });  // compound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 once to create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Product.syncIndexes();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session = await mongoose.startSession();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session.startTransaction();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order = await Order.create([...], { session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Product.updateOne(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_id: productId, stock: { $gte: qty }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$inc: { stock: -qty }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session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session.commitTransaction();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session.abortTransaction();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throw 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finally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session.endSession();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At Two Layers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261872"/>
          </a:xfrm>
          <a:prstGeom prst="roundRect">
            <a:avLst>
              <a:gd name="adj" fmla="val 72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Zod at the API edge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body = productSchema.parse(req.body);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Mongoose schema in the 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Mongoose re-enforces types, min/max, custom validators,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and unique constraints.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2633472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24912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999232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protects against malformed API input. Mongoose protects the data store against bugs in your own code.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Via populate()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426464"/>
          </a:xfrm>
          <a:prstGeom prst="roundRect">
            <a:avLst>
              <a:gd name="adj" fmla="val 6410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order = await Order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.findById(id)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.populate('userId',       'name email')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.populate('items.productId', 'name priceCents');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console.log(order.userId.email);                  // fully typed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console.log(order.items[0].productId.name);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&amp; Utilities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▶mongoose-paginate-v2 — easy pagination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▶mongoose-lean-virtuals — use virtuals in lean queries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▶@casl/ability — access control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▶mongoose-slug-generator — auto-slugs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▶mongoose-autopopulate — auto-populate relations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Data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scripts/seed.ts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connect } from '../src/db';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Product } from '../src/models/product.model';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faker } from '@faker-js/faker';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Product.deleteMany({});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docs = Array.from({ length: 100 }, () =&gt; 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     faker.commerce.productName(),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slug:       faker.helpers.slugify(faker.commerce.productName()).toLowerCase() + '-' + faker.string.nanoid(6),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priceCents: faker.number.int({ min: 1000, max: 50000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stock:      faker.number.int({ min: 0, max: 200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categoryId: new mongoose.Types.ObjectId(),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Product.insertMany(docs);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console.log('seeded');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▶Limit DB user privileges to the one app database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▶Enable IP allow-lists on Atlas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▶Never interpolate user input into $where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▶Prevent NoSQL injection: strip $ keys from req.body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▶Rotate credentials if a secret leaks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Dump a database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mongodump --uri="mongodb+srv://..." --out=./dump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mongorestore --uri="mongodb+srv://..." ./dump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Export one collection to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mongoexport --uri="..." --collection=products --out=products.json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Patterns For Mongo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a Mongoose schema for a Shopify-like product catalog: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Products with variants (size, color, sku, stock, price)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Categories (hierarchical) referenced by ObjectId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Tags array of strings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Media array of objects { url, alt, position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Reviews embedded (up to 20), with ref to full reviews in separate coll.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Timestamps, slug unique index, text index on name/description.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Return: a TypeScript file with the schema and Model&lt;Product&gt; type.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▶Mongo models documents, not rows — embed when read-together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▶Always index FKs and query filters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transactions for atomic multi-doc writes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▶Validate at both the API edge and the schema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▶Mongoose populate gives you relational-style reads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17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API ready. Now we secure it: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Middleware &amp; Secure REST Patterns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16: Lesson 16: MongoDB &amp; Mongoose — Schema Design for E-commerce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2026-04-18T17:27:30Z</dcterms:created>
  <dcterms:modified xsi:type="dcterms:W3CDTF">2026-04-18T17:27:30Z</dcterms:modified>
</cp:coreProperties>
</file>