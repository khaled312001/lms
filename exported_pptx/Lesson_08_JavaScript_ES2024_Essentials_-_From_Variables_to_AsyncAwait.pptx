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ES2024 Essentials — From Variables to Async/Await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powers 99% of interactive web experiences. From variables and control flow all the way to promises, async/await and modules — the complete practitioner's guide.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Master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▶Variables (let/const), types, and coercion rules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▶Functions — arrows, defaults, rest/spread, higher-order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▶Arrays &amp; objects — destructuring, spread, map/filter/reduce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▶DOM manipulation and event handling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▶Fetch, Promises, and async/await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▶ES modules and how to structure a JS codebase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— Prefer const by default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426464"/>
          </a:xfrm>
          <a:prstGeom prst="roundRect">
            <a:avLst>
              <a:gd name="adj" fmla="val 6410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price = 99.99;             // cannot be reassigned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 cartTotal = 0;              // will change over 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var is legacy; do not use it in 2026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{ id: 1, name: 'Alice'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user.name = 'Bob';               // OK — object contents are mutable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 = { ... }                // ERROR — reference is const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 &amp; Reference Types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/ 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/ undefined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61188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" y="3611880"/>
            <a:ext cx="11219688" cy="822960"/>
          </a:xfrm>
          <a:prstGeom prst="rect">
            <a:avLst/>
          </a:prstGeom>
          <a:solidFill>
            <a:srgbClr val="B45309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70332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97764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 are compared by value, objects by reference. [] === [] is false!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name = 'Alice';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cart = 3;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Old concat (don't)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msg1 = 'Hi ' + name + ', you have ' + cart + ' items.';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Template literal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msg2 = `Hi ${name}, you have ${cart} items.`;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Multi-line + expressions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html = `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&lt;article&gt;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&lt;h2&gt;${user.name.toUpperCase()}&lt;/h2&gt;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&lt;p&gt;Total: $${total.toFixed(2)}&lt;/p&gt;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&lt;/article&gt;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743200"/>
          </a:xfrm>
          <a:prstGeom prst="roundRect">
            <a:avLst>
              <a:gd name="adj" fmla="val 3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Classic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add(a, b) { return a + b;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add = (a, b) =&gt; a + b;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params, rest args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greet = (name = 'friend', ...more)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`Hi ${name}, ${more.length} others`;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Block body when you need multiple statements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save = async (user)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fetch('/api/save', { method: 'POST'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res.json();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4114800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0624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arrows everywhere except object methods and class constructors.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Object destructuring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id, name, email = 'n/a' } = user;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 destructuring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[first, second, ...rest] = [1, 2, 3, 4, 5];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function params — very common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fetchUser({ id, include = ['posts'] }) { /* … */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Renaming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name: fullName } = user;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&amp; Rest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Merge arrays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 = [1, 2];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 = [3, 4];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 = [...a, ...b, 5];          // [1,2,3,4,5]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Clone an object (shallow)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clone = { ...user, updated: Date.now()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Rest in function args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sum(...nums)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nums.reduce((t, n) =&gt; t + n, 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sum(1, 2, 3, 4);                    // 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— The Big Five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426464"/>
          </a:xfrm>
          <a:prstGeom prst="roundRect">
            <a:avLst>
              <a:gd name="adj" fmla="val 6410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prices = [10, 20, 30, 40];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prices.map(p =&gt; p * 1.2);           // [12,24,36,48] transform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prices.filter(p =&gt; p &gt; 15);         // [20,30,40]   keep some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prices.reduce((t, p) =&gt; t + p, 0);  // 100          summarise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prices.find(p =&gt; p &gt; 25);           // 30           first match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prices.some(p =&gt; p &gt; 35);           // true         any match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2798064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9504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prefer these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163824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Declarative, immutable, and chainable — unlike for loops.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— Useful Modern Patterns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072384"/>
          </a:xfrm>
          <a:prstGeom prst="roundRect">
            <a:avLst>
              <a:gd name="adj" fmla="val 297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{ name: 'Alice', age: 30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Object.keys(user);                   // ['name','age']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Object.values(user);                 // ['Alice', 30]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Object.entries(user);                // [['name','Alice'],['age',30]]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Iterate with for…of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[key, val] of Object.entries(user))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console.log(key, val);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Optional chaining + nullish coalescing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city = user?.address?.city ?? 'Unknown';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Shorthand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name = 'Bob';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obj = { name };                 // { name: 'Bob' 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— Modern JS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236976"/>
          </a:xfrm>
          <a:prstGeom prst="roundRect">
            <a:avLst>
              <a:gd name="adj" fmla="val 282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00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Switch with explicit fall-through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(role)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'admin':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'owner':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dashboard();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home();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Ternary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fee = isPremium ? 0 : 5;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Short-circuit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user.isLoggedIn &amp;&amp; showLogout();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Logical assignment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options.retries ??= 3;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 — Selecting &amp; Modifying Elements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Select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btn   = document.querySelector('#submit-btn');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items = document.querySelectorAll('.todo');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Modify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btn.textContent = 'Submitting…';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btn.classList.add('loading');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btn.classList.toggle('active');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btn.setAttribute('disabled', '');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&amp; append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li = document.createElement('li');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li.textContent = 'New item';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document.querySelector('#list').append(li);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form = document.querySelector('#login');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form.addEventListener('submit', (e)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e.preventDefault();                                   // stop 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data = Object.fromEntries(new FormData(form));  // → plain object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Event delegation — one listener, many children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document.querySelector('#list').addEventListener('click', (e)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(e.target.matches('.delete-btn'))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e.target.closest('li')?.remove();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— Hitting A Real Server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loadProducts()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fetch('/api/products',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headers: { 'Accept': 'application/json'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(!res.ok) throw new Error(`HTTP ${res.status}`);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res.json();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createOrder(payload)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fetch('/api/orders',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method:  'POST',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headers: { 'Content-Type': 'application/json'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   JSON.stringify(payload),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res.json();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vs Async/Await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Promise chain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fetch('/api/me')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.then(r =&gt; r.json())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.then(data =&gt; render(data))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.catch(err =&gt; toast(err.message));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code with async/await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 = await fetch('/api/me');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data = await res.json();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(err)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toast(err.message);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950208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3950208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41648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async/await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31596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top-to-bottom like synchronous code — much easier to follow.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That Survives Production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401568"/>
          </a:xfrm>
          <a:prstGeom prst="roundRect">
            <a:avLst>
              <a:gd name="adj" fmla="val 26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HttpError extends 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constructor(status, message)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super(message);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this.status = status;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json(url)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fetch(url);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(!res.ok) throw new HttpError(res.status, res.statusText);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res.json();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 = await json('/api/me');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 instanceof HttpError &amp;&amp; e.status === 401) logout();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reportToSentry(e);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 — Structuring Code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math.js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add = (a, b) =&gt; a + b;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PI  = 3.14159;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multiply(a, b) { return a * b;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multiply, { add, PI } from './math.js';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* as math from './math.js';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console.log(add(2, 3), math.PI);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index.html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type="module" src="app.js"&gt;&lt;/script&gt;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JS Like A Pro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▶console.log is fine, but prefer console.table for arrays of objects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▶Set a breakpoint in the Sources tab — pause execution, inspect variables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▶debugger; keyword pauses when DevTools is open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▶$_ in the Console is the last expression's value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copy(obj) in the console to copy JSON to clipboard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— Build A To-Do App (No Framework)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1Create index.html with a form and a &lt;ul&gt;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2On submit: add a new &lt;li&gt; with a Delete button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3Persist the list in localStorage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4Filter by "All / Active / Done" buttons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5Bonus: export as JSON, import from JSON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512064" y="3108960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Cursor: "Generate a vanilla JS todo app with localStorage persistence, ES modules, and accessible HTML."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JavaScript Gotchas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▶typeof null === "object" (historical bug)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▶0.1 + 0.2 !== 0.3 — use cents or BigInt for money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▶[] == false is true; always use ===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▶this in arrow functions = enclosing scope, not the caller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▶Array(3) creates an empty sparse array of length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▶const by default, let when you must, never var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▶Arrow functions, destructuring, spread — muscle memory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▶Array methods beat for-loops for readability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▶async/await beats then-chains; always catch errors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ES modules to split code into files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9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without types gets messy in big apps. Next: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&amp; Modern React 19 with Hooks and Context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8: Lesson 08: JavaScript ES2024 Essentials — From Variables to Async/Await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2026-04-18T17:27:29Z</dcterms:created>
  <dcterms:modified xsi:type="dcterms:W3CDTF">2026-04-18T17:27:29Z</dcterms:modified>
</cp:coreProperties>
</file>