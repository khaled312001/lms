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Mastery — Themes, Plugins &amp; the Block Editor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powers 43% of all websites and ~65% of all CMS-driven sites. Become a professional WordPress developer: themes, plugins, block editor, and AI workflows.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WordPress (Still)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▶One-click setup on Hostinger, SiteGround, and every shared host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▶Massive plugin ecosystem — 59,000+ free plugins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▶Great for clients — familiar editor, easy to train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▶Open source, GPL-licensed, runs on LAMP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▶You can embed React (Gutenberg blocks) if you want modern 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WordPress Locally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LocalWP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one-click installer. Isolated containers for each site.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98264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DDEV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8264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Docker-based, great for teams.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65008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/ MAMP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2168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stack; more manual.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" y="274320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8346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LocalWP — signup-free, one-click, automatic HTTPS.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File Layout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/wp-admin/        (admin UI — do not edit)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/wp-includes/     (core — do not edit)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/wp-content/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plugins/            ← install plugins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themes/             ← build/edit themes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uploads/            ← media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mu-plugins/         ← "must-use" custom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/wp-config.php    ← DB credentials + salts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Worlds Of WordPress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PHP + Blade-like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functions.php, custom themes, Elementor, ACF.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⚛️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FSE (React)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Full-Site Editing, block themes, React blocks.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Dashboard Tour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▶Posts / Pages —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▶Media — uploaded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▶Appearance → Themes, Editor (FSE), Customiser, Widgets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▶Plugins — install from repo or upload ZIP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▶Users — roles: Admin, Editor, Author, Contributor, Subscriber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▶Tools → Site Health, Import/Export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▶Settings → General, Permalinks (Pretty URLs!), Discussion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You Actually Want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Custom Fields (ACF)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fields for any post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 Rocket / LiteSpeed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&amp; caching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Yoast SEO / RankMath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On-page SEO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 Mail SMTP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transactional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UpdraftPlus / BackupBuddy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backups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Wordfence / Solid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Elementor / Kadence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Drag-n-drop builders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Classic Theme (functions.php)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wp-content/themes/swissbridge/functions.php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add_action('after_setup_theme',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add_theme_support('title-tag');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add_theme_support('post-thumbnails');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add_theme_support('html5', ['search-form','comment-form','comment-list']);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register_nav_menus([ 'primary' =&gt; 'Main menu', 'footer' =&gt; 'Footer' 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add_action('wp_enqueue_scripts',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wp_enqueue_style('theme',  get_stylesheet_uri());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wp_enqueue_script('theme', get_template_directory_uri().'/app.js', [], '1.0', 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Hierarchy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          ← fallback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home.php           ← posts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front-page.php     ← static homepage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page.php           ← single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page-{slug}.php    ← specific page slug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single.php         ← single post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single-{cpt}.php   ← single of a custom post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archive.php        ← all posts / category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404.php            ← not found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header.php, footer.php, sidebar.php  ← partials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Post Type (CPT)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register_post_type('product',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'labels'       =&gt; ['name' =&gt; 'Products', 'singular_name' =&gt; 'Product'],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'public'       =&gt;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'show_in_rest' =&gt; true,             // expose in block editor + REST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'menu_icon'    =&gt; 'dashicons-cart',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'supports'     =&gt; ['title','editor','thumbnail','excerpt','custom-fields'],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'has_archive'  =&gt;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'rewrite'      =&gt; ['slug' =&gt; 'products'],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register_taxonomy('product_category', 'product',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'public' =&gt; true, 'hierarchical' =&gt; true, 'show_in_rest' =&gt;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'rewrite' =&gt; ['slug' =&gt; 'categories'],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Fields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Advanced Custom Fields installed, you define fields in the admin UI (or as JSON) and read them with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get_field()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&lt;h1&gt;&lt;?php the_title(); ?&gt;&lt;/h1&gt;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class="price"&gt;$&lt;?php echo get_field('price'); ?&gt;&lt;/p&gt;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class="sku"&gt;SKU: &lt;?php echo get_field('sku'); ?&gt;&lt;/p&gt;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$gallery = get_field('gallery');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($gallery as $img)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'&lt;img src="' . esc_url($img['sizes']['large']) . '"&gt;';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/wp-json/wp/v2/posts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/wp-json/wp/v2/product        (for CPT with show_in_rest)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/wp-json/wp/v2/posts   (auth required)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 a custom endpoint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add_action('rest_api_init',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register_rest_route('sba/v1', '/summary',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'methods'  =&gt; 'GET',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'callback' =&gt; fn() =&gt;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'posts' =&gt; wp_count_posts()-&gt;publish,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'users' =&gt; count_users()['total_users'],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'permission_callback' =&gt; '__return_true',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Block (React)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5212080"/>
          </a:xfrm>
          <a:prstGeom prst="roundRect">
            <a:avLst>
              <a:gd name="adj" fmla="val 175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src/pricing-block/index.js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registerBlockType } from '@wordpress/blocks';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useBlockProps, RichText } from '@wordpress/block-editor';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registerBlockType('sba/pricing',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'Pricing Card',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icon:  'tag',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'design',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attributes: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{ type: 'string', default: 'Pro'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{ type: 'string', default: '$9'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edit({ attributes, setAttributes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props = useBlockProps();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{...props} className="pricing-card"&gt;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&lt;RichText tagName="h3" value={attributes.title} onChange={title =&gt; setAttributes({title})}/&gt;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&lt;RichText tagName="p"  value={attributes.price} onChange={price =&gt; setAttributes({price})}/&gt;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save({ attributes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className="pricing-card"&gt;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&lt;h3&gt;{attributes.title}&lt;/h3&gt;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&lt;p&gt;{attributes.price}&lt;/p&gt;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Actions &amp; Filters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Action — do something at a lifecycle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add_action('wp_footer',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'&lt;script&gt;console.log("hi")&lt;/script&gt;';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— modify a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add_filter('the_content', function ($content)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$content . '&lt;p&gt;— Read more on our blog!&lt;/p&gt;';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 a 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remove_action('wp_head', 'wp_generator');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Themes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the parent theme. Create a child theme so updates don't overwrite your changes.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wp-content/themes/twenty-twenty-five-child/style.css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 Name:   Twenty Twenty-Five Child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Template:     twentytwentyfive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    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functions.php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add_action('wp_enqueue_scripts',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wp_enqueue_style('parent', get_template_directory_uri().'/style.css');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application passwords, not your admin password, for API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Wordfence or Solid Security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▶Keep core, themes, plugins updated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▶Limit login attempts (plugin or fail2ban)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▶Disable wp-admin for non-admin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SSL (auto on Hostinger) and HSTS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Caching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▶Object cache (Redis / Memcached)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▶Page cache (LiteSpeed, WP Rocket)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▶Image optimisation (WebP, lazy-load)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▶CDN (Cloudflare)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PHP 8.3 + OPcache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WordPress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ChatGPT to outline posts, then paste into block editor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▶Plugins: "AI Engine", "GetGenie", "ContentBot" for on-page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▶Cursor for building custom blocks &amp; plugins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Claude to audit custom functions.php for security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alt-text plugins for images — automatic accessibility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For A Custom Plugin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WordPress plugin 'sba-products-api'.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Registers a CPT 'product' with support for thumbnail + ACF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Adds REST route GET /wp-json/sba/v1/products?category=x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returning id, title, price, thumbnail, permalink (paginated 20)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Ensures show_in_rest on the CPT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Escapes output with esc_html, wp_kses_post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Follows WordPress PHP coding standards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plugin header, main file, and folder structure notes.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▶WordPress = core + themes + plugins; you edit only the last two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▶Custom Post Types + ACF = content-management super-power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▶REST API turns WordPress into a headless CMS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▶Build blocks with React + @wordpress/scripts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▶Security = updates, strong passwords, limited logins, HTTPS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20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sell.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#3 — Build a WordPress + WooCommerce Store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19: Lesson 19: WordPress Mastery — Themes, Plugins &amp; the Block Editor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