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Prompt Engineering &amp; AI Pair-Programming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casual chatbot usage to professional AI pair-programming. Learn the frameworks (R-C-T-F, ReAct, Chain-of-Thought) that turn generic models into expert teammates.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45m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45m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Engineering Is A Real Skill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1188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1188720"/>
          </a:xfrm>
          <a:prstGeom prst="rect">
            <a:avLst/>
          </a:prstGeom>
          <a:solidFill>
            <a:srgbClr val="3730A3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great prompt is worth a thousand lines of documentation."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prompts determine the quality of AI output. Two engineers on the same team, same model, same problem — one ships in 20 minutes, the other struggles for 3 hours. The difference is almost always prompt quality.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R-C-T-F Framework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the AI pretend to be? "Senior Laravel engineer with 10 years..."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project, stack, constraints, existing code?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 you want done? Be specific.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Format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JSON? Markdown? Numbered list? A code file only?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 vs Strong Prompt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603504"/>
          </a:xfrm>
          <a:prstGeom prst="roundRect">
            <a:avLst>
              <a:gd name="adj" fmla="val 1515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WEAK: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"Make me a login form"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75104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208483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817352" y="20848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112264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STRONG: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You are a senior React + TypeScript engineer.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I am building a SPA with Next.js 15, TailwindCSS 4,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 &lt;shadcn/ui&gt; component library. Auth is handled by Clerk.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Create a login form component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src/components/auth/LoginForm.tsx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email + password fields (react-hook-form + zod validation)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"Remember me" checkbox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submit button with loading spinner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red error text under each invalid 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link to /forgot-password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Return only the .tsx file contents — no prose, no imports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from libraries I didn't mention.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452628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prompts take 30 seconds to write and save 30 minutes of rework.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 vs Chain-of-Thought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well-known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a regex for email validation"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formats or styles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2-3 examples of input+output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 or multi-step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"Think step by step"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requiring research +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→ Act → Observe → Repeat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In Action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English dates to ISO 8601.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'January 5, 2026'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'2026-01-05'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'Dec 31st, 2025'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'2025-12-31'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'March 2, 2024'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29184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pattern-matches your examples perfectly and follows the format every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For Hard Problems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37 apples. I give 12 to Bob and buy 9 more.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do I have now? Think step by step.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Start with 37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Give away 12  → 37 - 12 = 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Buy 9 more    → 25 + 9 = 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34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for anything involving: algorithms, refactoring decisions, debugging, or architectural choices.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Personas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set long-term behaviour. In Cursor and the Claude API you can set one that persists across the whole session.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TypeScript engineer at a fintech startup.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you must ALWAYS follow: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Never suggest any library not listed in package.json.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Prefer async/await over .then chains.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Throw typed errors, never plain strings.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Add a JSDoc comment to every exported function.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When you change a file, show a full diff, not just the change.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If I ask for code you are not confident about, ask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clarifying question first.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Anti-Patterns To Avoid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1Vague verbs ("fix it", "make it nice")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2Hidden context ("My code doesn't work" — without showing the code or the error)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3Asking for 10 features in one prompt — the AI will forget half of them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4Accepting output without reading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5Blaming the AI for a bad output that came from a bad prompt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"Clarifying Question" Move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asking for code, instruct the AI to ask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ME:  Build me a blog.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BEFORE writing code, ask me 5 clarifying questions.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 1. Who is the audience? (consumer/developer/enterprise)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2. Should posts support comments and if so, auth required?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3. Do you want Markdown or a WYSIWYG editor?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4. Which stack: Laravel, Next.js, or WordPress?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5. Where will it be hosted?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ME:  1. Developers  2. Comments via GitHub OAuth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3. Markdown    4. Next.js    5. Vercel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 (writes a perfect starter project)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Code Review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as a strict senior code reviewer.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following function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(1) correctness bugs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(2) security issues (SQLi, XSS, auth)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(3) performance problems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(4) readability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issue: quote the line and suggest the fix.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the code is clean, reply 'LGTM' and nothing else.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&lt;code&gt;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login(req)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db.query(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'SELECT * FROM users WHERE email = "' + req.body.email + '"'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(user.password === req.body.password) return user;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&lt;/code&gt;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08576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608576"/>
            <a:ext cx="11219688" cy="822960"/>
          </a:xfrm>
          <a:prstGeom prst="rect">
            <a:avLst/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001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will catch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97433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+ plaintext password compare + no return-null case — three bugs in 4 lines!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Debugging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getting this error: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Uncaught TypeError: Cannot read properties of undefined (reading 'map')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ProductList (products.tsx:23:14)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is products.tsx: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&lt;paste the file&gt;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is the API response: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&lt;paste the JSON&gt;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 by step about what is undefined and why,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give me the minimal fix.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Refactoring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 this 120-line function into smaller,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single-responsibility functions.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Keep the public signature identical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Each extracted function must have a clear name &amp; JSDoc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No change in behaviour; preserve all side effects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Add a short comment above each new function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the refactored file in full.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Documentation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developer-facing docs for this module.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One-paragraph overview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An architecture diagram in Mermaid syntax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Each exported symbol with a JSDoc-style signature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 quickstart example that shows common 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 "Gotchas" section with 3 common mistakes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audience: developers who haven't seen this code before.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Test Generation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exhaustive Vitest tests for this function.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Cover: happy path, edge cases, invalid input, async timeouts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Use describe() / it() blocks with clear names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Mock external dependencies with vi.mock()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Aim for 100% branch coverage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the test file only.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962656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hack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Copilot+Claude can write tests faster than you can type. Use the time saved to review the tests carefully.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Attachment Patterns in Cursor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▶@file — attach the currently selected 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▶@symbol — attach a specific function/class by 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▶@codebase — attach the entire project (use sparingly)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▶@docs — attach pinned library docs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▶@web — have the AI browse the live internet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▶@git — attach recent git diff for PR review prompts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Library Discipline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AI users maintain a personal prompt library — reusable prompts for common tasks.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code-review.md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refactor-function.md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generate-tests.md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write-migration.md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explain-error.md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design-api.md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write-readme.md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3968496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993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benefit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33425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prompt library makes your team 3x more consistent.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0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Prompt Quality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output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right, small tweaks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Completely wrong 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 to reach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— you're fighting the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time 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 (slower than solo)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in AI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per 100 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 per 100 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Hallucinations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Lies Confidently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sometimes invent function names, library APIs, and docs that do not exist. This is called hallucination.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19456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verify: run the code, check the docs, ask the AI "are you sure this API exists in version X?".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315468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private customer data. Use the enterprise/offline model tier for sensitive code.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Build Your First Prompt Library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1Create a folder ~/dev/prompts/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2Add code-review.md with the code-review prompt from slide 11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3Add generate-tests.md with the test prompt from slide 15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4Commit the folder to a private GitHub repo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5In Cursor, set that folder as a "Notepads" source so prompts are one-click away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▶Great prompts = R-C-T-F (Role, Context, Task, Format)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▶Few-shot for format, Chain-of-Thought for reasoning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accept output without reading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▶Build a personal prompt library and keep it in Git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▶Verify every library/API the AI mentions — hallucinations are 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talk to AI fluently. Now we learn to keep our work safe and shareable with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GitHub, and AI-assisted version control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Lesson 03: Mastering Prompt Engineering &amp; AI Pair-Programming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