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&amp; AI-Assisted Version Control Workflows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universal language of code collaboration. This lesson turns you into a confident Git user who writes AI-generated commits, resolves merge conflicts with Claude, and ships code through Pull Requests.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▶Explain what Git is and why every project needs 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▶Execute the 15 Git commands you use daily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▶Create, clone, branch, merge, and push repositories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▶Resolve merge conflicts calmly with AI help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the GitHub Pull Request workflow professionally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▶Configure Cursor to generate commit messages automatically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Git (and What It Is Not)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version-control system that tracks every change to every file.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5568696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0216" y="1755648"/>
            <a:ext cx="52943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NOT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52943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GitLab, or Bitbucket — those are hosting platforms built around Git.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use Git 100% offline. GitHub adds collaboration, issues, Pull Requests, Actions, and backup.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20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&amp; Configuring Git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git           # Linux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git               # macOS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Git.Git         # Windows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One-time setup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"Alice Johnson"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"alice@example.com"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init.defaultBranch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pull.rebase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core.editor "code --wait"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 Commands That Are 95% Of Daily Git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init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a folder into a Git repo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 &lt;url&gt;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a remote repo locally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what's changed / staged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 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every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commit -m "…"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a snapshot with a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commits to the remote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and merge remote commits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branches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checkout -b feat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+ switch to a new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merge feat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a branch into current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log --oneline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history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diff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unstaged differences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restore &lt;file&gt;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Discard local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States: Working Directory → Staging → Repository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Modify a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'console.log("hi")' &gt; index.js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See it: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modified:   index.js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Stage it (add to the "about to commit" list)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index.js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Commit it (snapshot to the repo)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add greeting"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5) Push to GitHub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GitHub Repository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1Go to github.com/new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2Name = my-first-repo, keep it Public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3Do NOT tick "Initialize with README" (you'll push your own)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4Copy the SSH or HTTPS URL GitHub gives you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5Follow the next slide to push your local folder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An Existing Folder To GitHub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my-project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'node_modules/' &gt; .gitignore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"chore: initial commit"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git@github.com:alice/my-first-repo.git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962656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54096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-u flag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this branch to always track origin/main — subsequent pushes are just git push.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— The Developer's Superpower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independent line of work. You can experiment freely without touching </a:t>
            </a:r>
            <a:pPr indent="0" marL="0">
              <a:buNone/>
            </a:pPr>
            <a:r>
              <a:rPr lang="en-US" sz="1300" dirty="0">
                <a:solidFill>
                  <a:srgbClr val="A5B4FC"/>
                </a:solidFill>
                <a:highlight>
                  <a:srgbClr val="1E293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and switch in one go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feature/shopping-cart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 work work...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"feat(cart): add quantity stepper"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the 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feature/shopping-cart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When merged on GitHub, delete locally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feature/shopping-cart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— AI Loves Them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commit-message convention that both humans and machines can parse. Cursor can auto-generate commits in this format.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Formatting, no code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change that is not a fix or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Adding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chore: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Build/tooling/dep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937760"/>
            <a:ext cx="11274552" cy="932688"/>
          </a:xfrm>
          <a:prstGeom prst="roundRect">
            <a:avLst>
              <a:gd name="adj" fmla="val 980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817352" y="504748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0817352" y="50474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" y="5074920"/>
            <a:ext cx="10177272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feat(auth): add Google OAuth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fix(cart): prevent negative quantities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docs(readme): add deployment section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refactor(orders): extract calculateTotal helper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— The Review Ritual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1Push your feature branch to GitHub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2Open a Pull Request from feature/x into main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3Write a clear description: what + why + how to test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4Assign reviewers; they leave comments on specific lines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5CI runs tests automatically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6You push fixes; the PR updates automatically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7Reviewer approves → you click "Squash and merge"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Description Template (copy &amp; paste)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description of the change.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Business/UX reason. Link the ticket if any.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How to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Clone the 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Run \`pnpm install &amp;&amp; pnpm dev\`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Navigate to /cart and add two items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Screenshots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(Before/After if UI)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Checklist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Unit tests updated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Docs updated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No console.log left over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Merge Conflicts (Without Panicking)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 happens when two branches edit the same lines differently. Git marks them: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price = 99.99;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price = 79.99;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feature/discount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1Open the file — VS Code highlights both versions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2Pick the right one, or combine them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3Remove the &lt;&lt;&lt;&lt; markers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4git add &lt;file&gt;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5git commit (Git writes a merge commit for you)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7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Claude To Resolve Conflicts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a merge conflict in src/cart.ts: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&lt;paste current version&gt;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&lt;paste incoming version&gt;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feature/discount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what each side changed, recommend which to keep,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give me the merged file that preserves both intents.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Commit Messages In Cursor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1Stage your changes: git add 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2Open the Source Control panel (Ctrl+Shift+G)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3Click the ✨ sparkle icon next to the message box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4Cursor reads the diff and writes a conventional commit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5Review/edit → commit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3108960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0040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impact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commit messages = better blame, easier rollbacks, searchable history.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.gitignore File — What NEVER Goes Into Git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718304"/>
          </a:xfrm>
          <a:prstGeom prst="roundRect">
            <a:avLst>
              <a:gd name="adj" fmla="val 193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4489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Dependencies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node_modules/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vendor/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Environment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.env.local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*.pem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artefacts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.next/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.cache/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.idea/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.vscode/*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!.vscode/settings.json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.DS_Store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Thumbs.db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CI/CD In 20 Lines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.github/workflows/test.yml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actions/setup-node@v4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node-version: 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ci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npm test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this file and every future push runs your tests. Free for public repos.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Undoing Things Safely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Unstage a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restore --staged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Discard local changes to a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restore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 the last commit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commit --amend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last commit (keep changes)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reset --soft HEAD~1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last commit (nuke changes)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reset --hard HEAD~1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Revert a published commit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revert &lt;sha&gt;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 away all local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reset --hard origin/main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" y="3931920"/>
            <a:ext cx="11219688" cy="822960"/>
          </a:xfrm>
          <a:prstGeom prst="rect">
            <a:avLst/>
          </a:prstGeom>
          <a:solidFill>
            <a:srgbClr val="B45309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02336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42976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reset --hard on a branch other developers rely on. Use revert.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Branch Strategy (GitHub Flow)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1main is always deployable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2Every feature gets a branch named feat/*, fix/* or chore/*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3Open a Pull Request from day one (even with partial work) and mark it Draft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4At least one reviewer must approve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5Squash-merge into main; delete the branch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6Tag releases with semantic versions (v1.2.0)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1Create a GitHub repo called ai-fullstack-playground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2Clone it locally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3Create hello.html, commit, push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4Open a branch feat/fancy-title, change the title, commit, push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5Open a Pull Request from GitHub's UI — write a proper description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6Squash-merge it and delete the branch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7Pull locally: git checkout main &amp;&amp; git pull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▶Git tracks history, GitHub is the social layer on top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▶Branch for every feature, PR for every merge, CI for every push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▶Conventional commits + AI-generated messages = cleaner 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▶Merge conflicts are just "pick which version to keep" — AI can help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commit secrets — and rotate them immediately if you 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complete! Now we step into the browser with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semantic markup &amp; accessible structure with AI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4: Lesson 04: Git, GitHub &amp; AI-Assisted Version Control Workflows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2026-04-18T17:27:29Z</dcterms:created>
  <dcterms:modified xsi:type="dcterms:W3CDTF">2026-04-18T17:27:29Z</dcterms:modified>
</cp:coreProperties>
</file>