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Your Professional AI-Assisted Workstation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configure and tune every tool a modern full-stack developer needs — VS Code, Cursor, Git, Node, PHP, the terminal, and the AI assistants that glue them all together.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15m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15m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Objectives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▶Install and configure VS Code and Cursor AI side by side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▶Wire up GitHub Copilot, Claude, and ChatGPT inside your editor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▶Install Node 22, PHP 8.3, Composer, MySQL 8 and verify each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▶Customise a productivity-focused terminal (PowerShell 7 / Oh My Zsh)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▶Create your first AI-optimised project template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Recommendations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2818638"/>
                <a:gridCol w="2818638"/>
                <a:gridCol w="2818638"/>
                <a:gridCol w="28186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16+ 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Docker, Node, Chrome, and AI eat RAM fast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x86 or Apple Silicon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M-series or Ryzen 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builds + faster AI tab completions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GB SSD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GB+ NVMe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full-stack project = ~500 MB of node_modules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10 / macOS 12 / Ubuntu 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 stable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Newer = fewer compatibility issues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2971800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" y="2971800"/>
            <a:ext cx="11219688" cy="822960"/>
          </a:xfrm>
          <a:prstGeom prst="rect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06324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33756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laptop with 16GB RAM + 512GB SSD is the sweet spot for 2026.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vs Cursor AI — The Honest Comparison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175564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02996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forever, 30+ million users, infinite extensions. Copilot sold separately.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123444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0216" y="175564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0216" y="202996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fork with AI baked into the core. Composer lets you edit many files from one prompt.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" y="2743200"/>
            <a:ext cx="11219688" cy="822960"/>
          </a:xfrm>
          <a:prstGeom prst="rect">
            <a:avLst/>
          </a:prstGeom>
          <a:solidFill>
            <a:srgbClr val="047857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83464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10896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BOTH. Use Cursor as your primary. Keep VS Code for non-AI tasks and as a backup.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23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VS Code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1Go to code.visualstudio.com and download for your 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2Run the installer — accept all defaults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3On first launch, choose the "Dark Modern" theme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4Press Ctrl+Shift+X to open Extensions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5Install the "Essentials Pack" from the next slide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VS Code Extensions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 + Copilot Chat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autocomplete + conversational AI inside the editor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Opinionated auto-formatter — prevents style wars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ESLint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 JavaScript/TypeScript bugs as you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 Intelephense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Industry-standard PHP language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Laravel Extra Intellisense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Autocompletes routes, views, and config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 IntelliSense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Autocompletes utility class names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Lens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Inlines errors next to the line — saves a trip to Problems tab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Thunder Client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REST client (no more Postman tab)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Superpowers for Git blame, history, and branches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Icon Theme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Beautiful file-type icons in the file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Cursor AI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1Download from cursor.sh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2Run the installer — it imports your VS Code settings automatically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3Sign in with GitHub to activate the free tier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4Open Settings → Cursor Tab → enable GPT-5 or Claude Sonnet as the default model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5Press Ctrl+L to open the chat, Ctrl+K for inline edit, Ctrl+I for Composer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Power Shortcuts (memorise these)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Shortcut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selected code in place with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AI chat sidebar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Composer (multi-file edits)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with full codebase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inline autocomplete suggestion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 + Shift + 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all occurrences of the current 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 + file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Attach a specific file to the AI prompt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@codebase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Attach your entire project as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Node.js 22 (LTS)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runs JavaScript outside the browser and powers npm, React tooling, and Express servers.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1274552" cy="2084832"/>
          </a:xfrm>
          <a:prstGeom prst="roundRect">
            <a:avLst>
              <a:gd name="adj" fmla="val 438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17352" y="235000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817352" y="23500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1017727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Windows: use the official installer from nodejs.org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 / Linux — use nvm (recommended)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-o- https://raw.githubusercontent.com/nvm-sh/nvm/v0.39.7/install.sh | bash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~/.bashrc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nvm install 22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nvm use 22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   # → v22.x.x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--version    # → 10.x.x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462272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" y="4462272"/>
            <a:ext cx="11219688" cy="822960"/>
          </a:xfrm>
          <a:prstGeom prst="rect">
            <a:avLst/>
          </a:prstGeom>
          <a:solidFill>
            <a:srgbClr val="047857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553712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nvm?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828032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projects need different Node versions. nvm lets you switch in one command.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20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PHP 8.3 &amp; Composer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Windows: download from windows.php.net, add to PATH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php@8.3 composer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Ubuntu: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software-properties-common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add-apt-repository ppa:ondrej/php -y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php8.3 php8.3-cli php8.3-mysql php8.3-xml php8.3-mbstring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composer globally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-sS https://getcomposer.org/installer | 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mv composer.phar /usr/local/bin/composer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--version           # → PHP 8.3.x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--version      # → Composer version 2.x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MySQL 8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1Download MySQL Community Server 8.x from dev.mysql.com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2During install, set a strong root password and SAVE it in your password manager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3Install MySQL Workbench for a GUI (optional but recommended)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4Confirm installation: mysql --version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5Start the server: mysqld --initialize --console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512064" y="3108960"/>
            <a:ext cx="11219688" cy="822960"/>
          </a:xfrm>
          <a:prstGeom prst="rect">
            <a:avLst/>
          </a:prstGeom>
          <a:solidFill>
            <a:srgbClr val="B45309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0040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rule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reuse passwords between local and production. NEVER commit them.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Perfect Terminal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beautiful, fast terminal is a joy to work in and saves minutes every hour.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500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🪟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276148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03580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Terminal + PowerShell 7 + Oh My Posh for themes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61104" y="224028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98264" y="23500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🍎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98264" y="276148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98264" y="303580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iTerm2 + Oh My Zsh + the "powerlevel10k" theme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65008" y="224028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02168" y="23500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🐧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02168" y="276148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2168" y="303580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terminal + Zsh + Starship prompt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17352" y="38587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10817352" y="38587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3886200"/>
            <a:ext cx="101772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Oh My Zsh (macOS/Linux)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 -c "$(curl -fsSL https://raw.githubusercontent.com/ohmyzsh/ohmyzsh/master/tools/install.sh)"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Starship (cross-platform)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-sS https://starship.rs/install.sh | sh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28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npm Tools Every Developer Needs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249424"/>
          </a:xfrm>
          <a:prstGeom prst="roundRect">
            <a:avLst>
              <a:gd name="adj" fmla="val 406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020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typescript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ts-node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nodemon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pnpm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vercel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http-server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eslint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prettier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one of them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tsc --version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21024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 / ts-node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TypeScript files directly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nodemon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Auto-restart your Node server on file changes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Drastically faster npm alternative — uses 80% less disk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static sites in one command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http-server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 any folder as a local website in 1 second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Your First AI-Ready Project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5047488"/>
          </a:xfrm>
          <a:prstGeom prst="roundRect">
            <a:avLst>
              <a:gd name="adj" fmla="val 181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4818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my-first-ai-project &amp;&amp; cd my-first-ai-project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Initialise Git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an AI context 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&gt; .ai-context.md &lt;&lt; 'EOF'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Project: My First AI Project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Stack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Node 22, TypeScript, React 19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TailwindCSS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Vitest for tests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Conventions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 functional React components with hooks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Tailwind only, no styled-components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All files must pass \`pnpm lint\` before commit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EOF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.gitignore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&gt; .gitignore &lt;&lt; 'EOF'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node_modules/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.env.local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.DS_Store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EOF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101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hard-code secrets. Always load them from </a:t>
            </a:r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highlight>
                  <a:srgbClr val="1E29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1274552" cy="2084832"/>
          </a:xfrm>
          <a:prstGeom prst="roundRect">
            <a:avLst>
              <a:gd name="adj" fmla="val 438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17352" y="235000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817352" y="23500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1017727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   (never commit this file)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DB_HOST=localhost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DB_USER=root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DB_PASSWORD=super-secret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OPENAI_API_KEY=sk-...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.env.example   (commit this so teammates know the keys)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DB_HOST=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DB_USER=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DB_PASSWORD=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OPENAI_API_KEY=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— Your Debugging Browser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▶Install Chrome (or Edge Dev — same engine, better privacy)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▶Install the React Developer Tools extension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▶Install the Vue Devtools extension (for when you explore Vue)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▶Install the Wappalyzer extension — detects what tech a site uses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▶Install the JSON Viewer extension — pretty-prints API responses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&amp; Using Postman (or Thunder Client)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tool to hit your APIs before wiring up a UI. Thunder Client lives inside VS Code and is free.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1Open Thunder Client from the VS Code sidebar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2Click "New Request"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3Method = GET, URL = https://jsonplaceholder.typicode.com/users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4Hit Send — observe the JSON response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5Try POST with a JSON body in the next practice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3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File-System Layout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~/dev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bootcamp/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lesson-01-foundations/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lesson-05-html/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lesson-14-laravel-store/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clients/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(production work)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playground/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(quick experiments)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3291840"/>
            <a:ext cx="11219688" cy="822960"/>
          </a:xfrm>
          <a:prstGeom prst="rect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8328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memory for cd ~/dev/bootcamp beats hunting through Downloads every day.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— Verify the Stack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terminal and run every command below. Each should print a version number.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1274552" cy="1426464"/>
          </a:xfrm>
          <a:prstGeom prst="roundRect">
            <a:avLst>
              <a:gd name="adj" fmla="val 6410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17352" y="235000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817352" y="23500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10177272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       # v22.x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 --version       # 10.x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 --version       # 8.3.x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--version   # 2.x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--version      # 8.x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 --version       # 2.x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tsc  --version       # 5.x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803904"/>
            <a:ext cx="54864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" y="3803904"/>
            <a:ext cx="11219688" cy="822960"/>
          </a:xfrm>
          <a:prstGeom prst="rect">
            <a:avLst/>
          </a:prstGeom>
          <a:solidFill>
            <a:srgbClr val="B91C1C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95344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command fails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169664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error into Claude/ChatGPT with your OS and follow its fix steps.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20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Installation Pitfalls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"node is not recognised"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missing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Reopen terminal or edit env 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"zsh: command not found: brew"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Homebrew not installed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the brew install script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won't 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3306 in 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stop MySQL80 or use port 3307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"SSL error" in composer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proxy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composer config --global secure-http false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▶You now have VS Code, Cursor, Node, PHP, Composer and MySQL installed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▶Your terminal is fast, themed, and ready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▶Every project starts with a .ai-context.md and a .env.example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▶Copilot + Claude + ChatGPT are sitting inside your editor, ready to help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▶You can verify the full stack with seven shell commands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3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the tools. Next we master the skill that 10x your output with those tools: </a:t>
            </a:r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2: Lesson 02: Setting Up Your Professional AI-Assisted Workstation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2026-04-18T17:27:29Z</dcterms:created>
  <dcterms:modified xsi:type="dcterms:W3CDTF">2026-04-18T17:27:29Z</dcterms:modified>
</cp:coreProperties>
</file>