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4114800"/>
          </a:xfrm>
          <a:prstGeom prst="rect">
            <a:avLst/>
          </a:prstGeom>
          <a:solidFill>
            <a:srgbClr val="6D28D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12188952" cy="2057400"/>
          </a:xfrm>
          <a:prstGeom prst="rect">
            <a:avLst/>
          </a:prstGeom>
          <a:solidFill>
            <a:srgbClr val="DB2777">
              <a:alpha val="40000"/>
            </a:srgbClr>
          </a:solidFill>
          <a:ln/>
        </p:spPr>
      </p:sp>
      <p:pic>
        <p:nvPicPr>
          <p:cNvPr id="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196" y="548640"/>
            <a:ext cx="219456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5676" y="1691640"/>
            <a:ext cx="365760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65676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24 / 24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Launch, Maintenance, Backups &amp; The AI-Powered Developer Roadmap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371600" y="374904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lesson. Ship your launch, set up the systems that keep your site healthy for years, and plot your next steps as an AI-powered full-stack engineer.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5671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671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 30m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5671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6839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6839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 30m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16839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18007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8007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18007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9175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9175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19175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20343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0343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20343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Launch Checklist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1Domain, SSL, HSTS working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2All forms work (tested end-to-end)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3Emails arrive and pass mail-tester.com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4Stripe is switched to live mode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5GA4 + Search Console verified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6Sitemap submitted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7Legal: Privacy, Terms, Refund, Imprint (GDPR/CCPA)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8Cookie consent banner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9404 + 500 custom pages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10Backups automated and tested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Launch Plan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▶Soft launch to 20 friends/customers — gather feedback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▶Warm email list with launch discount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▶Social announcement (LinkedIn, Twitter, Instagram)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▶ProductHunt / BetaList (for SaaS)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▶First blog post + backlinks from partner sites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▶Paid ads on day 7 after organic runs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Day-2 Operations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▶Check logs every morning for 5xx spikes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▶Triage customer support within 24h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▶Patch security updates within 48h of release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▶Monthly backup restore drill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▶Quarterly load test with k6 or Artillery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Rituals Of Healthy Codebases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5568696" cy="1371600"/>
          </a:xfrm>
          <a:prstGeom prst="roundRect">
            <a:avLst>
              <a:gd name="adj" fmla="val 5333"/>
            </a:avLst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🧪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" y="1755648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 on every PR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029968"/>
            <a:ext cx="5294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blocks merges if tests fail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63056" y="1234440"/>
            <a:ext cx="5568696" cy="1371600"/>
          </a:xfrm>
          <a:prstGeom prst="roundRect">
            <a:avLst>
              <a:gd name="adj" fmla="val 5333"/>
            </a:avLst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0216" y="1755648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review every PR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0216" y="2029968"/>
            <a:ext cx="5294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Copilot PR review adds a second pair of eyes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5568696" cy="1371600"/>
          </a:xfrm>
          <a:prstGeom prst="roundRect">
            <a:avLst>
              <a:gd name="adj" fmla="val 5333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8529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🗓️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94360" y="3264408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dependency update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538728"/>
            <a:ext cx="5294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Dependabot PRs bundled + merged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63056" y="2743200"/>
            <a:ext cx="5568696" cy="1371600"/>
          </a:xfrm>
          <a:prstGeom prst="roundRect">
            <a:avLst>
              <a:gd name="adj" fmla="val 5333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0216" y="28529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00216" y="3264408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architecture review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0216" y="3538728"/>
            <a:ext cx="5294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the system, identify debt, plan refactors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27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Strategy (3-2-1 Rule)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▶3 copies of your data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▶2 different media (disk + cloud)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▶1 off-site copy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▶Daily DB dump (mysqldump / mongodump) → encrypted → uploaded to Backblaze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▶Monthly restore test — don't trust backups you haven't restored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Backup Script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920240"/>
          </a:xfrm>
          <a:prstGeom prst="roundRect">
            <a:avLst>
              <a:gd name="adj" fmla="val 4762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#!/bin/bash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-euo pipefail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DATE=$(date +%Y-%m-%d)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TMP=/tmp/shop-$DATE.sql.gz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mysqldump -u app -p"$DB_PW" shop | gzip &gt; $TMP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Upload to Backblaze B2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 upload-file --noProgress shop-backups $TMP db/$DATE.sql.gz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$TMP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Keep last 30 days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 ls shop-backups db/ | head -n -30 | awk '{print $7}' | xargs -I{} b2 delete-file-version {}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An Outage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1Post to status page: "Investigating"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2Check error tracker (Sentry) and server logs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3Roll back to last green release (if recent deploy)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4Mitigate (scale up, cache, rate-limit, disable feature flag)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5Communicate resolution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6Write a postmortem within 48h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The Product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▶Talk to 5 customers per week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▶Feature-flag new features so you can A/B test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▶Measure adoption, retention, NPS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▶Kill features nobody uses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▶Ship small, ship often, ship safely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AI-Powered Stack For 2026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5637276"/>
                <a:gridCol w="56372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Opus (code review prompts)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Copilot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 / Perplexity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 AI / Mintlify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v0.dev / Uizard / Figma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 + Vitest / PHPUnit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GA4 + Fathom / PostHog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Sentry + BetterStack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Deepen Your Skills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3666744" cy="1371600"/>
          </a:xfrm>
          <a:prstGeom prst="roundRect">
            <a:avLst>
              <a:gd name="adj" fmla="val 5333"/>
            </a:avLst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" y="1755648"/>
            <a:ext cx="33924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029968"/>
            <a:ext cx="33924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Kubernetes, Terraform, AWS/GCP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61104" y="1234440"/>
            <a:ext cx="3666744" cy="1371600"/>
          </a:xfrm>
          <a:prstGeom prst="roundRect">
            <a:avLst>
              <a:gd name="adj" fmla="val 5333"/>
            </a:avLst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98264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98264" y="1755648"/>
            <a:ext cx="33924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8264" y="2029968"/>
            <a:ext cx="33924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Postgres, data warehouses, dbt, Metabase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65008" y="1234440"/>
            <a:ext cx="3666744" cy="1371600"/>
          </a:xfrm>
          <a:prstGeom prst="roundRect">
            <a:avLst>
              <a:gd name="adj" fmla="val 5333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02168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02168" y="1755648"/>
            <a:ext cx="33924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02168" y="2029968"/>
            <a:ext cx="33924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RAG, agents, fine-tuning, embeddings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3666744" cy="1371600"/>
          </a:xfrm>
          <a:prstGeom prst="roundRect">
            <a:avLst>
              <a:gd name="adj" fmla="val 5333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8529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94360" y="3264408"/>
            <a:ext cx="33924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3538728"/>
            <a:ext cx="33924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Native, Expo, Swift, Kotlin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61104" y="2743200"/>
            <a:ext cx="3666744" cy="1371600"/>
          </a:xfrm>
          <a:prstGeom prst="roundRect">
            <a:avLst>
              <a:gd name="adj" fmla="val 5333"/>
            </a:avLst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98264" y="28529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398264" y="3264408"/>
            <a:ext cx="33924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98264" y="3538728"/>
            <a:ext cx="33924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OSCP, OWASP, threat modelling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065008" y="2743200"/>
            <a:ext cx="3666744" cy="1371600"/>
          </a:xfrm>
          <a:prstGeom prst="roundRect">
            <a:avLst>
              <a:gd name="adj" fmla="val 5333"/>
            </a:avLst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2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02168" y="28529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🎨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202168" y="3264408"/>
            <a:ext cx="33924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02168" y="3538728"/>
            <a:ext cx="33924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Systems, typography, UX research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3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Hired (or Hiring Clients)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1Have a polished portfolio with 3 public case studies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2GitHub with green commit activity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3LinkedIn headline states exactly what you do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4Case studies show results, not just features (e.g. "Cut checkout time 38%")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5Apply + reach out to 5 opportunities per week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6Raise rates by 15-25% every 6 months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Rates (2026 USD)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3758184"/>
                <a:gridCol w="3758184"/>
                <a:gridCol w="37581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Junior Full-Stack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\$25-\$45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\$40k-\$80k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Full-Stack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\$50-\$90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\$80k-\$130k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/ AI-Powered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\$90-\$180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\$130k-\$250k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Specialist / Architect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\$180-\$350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\$250k-\$500k+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2971800"/>
            <a:ext cx="54864" cy="822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Shape 8"/>
          <p:cNvSpPr/>
          <p:nvPr/>
        </p:nvSpPr>
        <p:spPr>
          <a:xfrm>
            <a:off x="512064" y="2971800"/>
            <a:ext cx="11219688" cy="822960"/>
          </a:xfrm>
          <a:prstGeom prst="rect">
            <a:avLst/>
          </a:prstGeom>
          <a:solidFill>
            <a:srgbClr val="0E7490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06324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333756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amplifies output — the gap between junior and senior will grow faster than ever.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90-Day Mastery Plan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1Days 1-30 — rebuild one of the three projects from scratch without help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2Days 31-60 — add one new feature: subscriptions, analytics, or i18n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3Days 61-75 — take on a freelance or open-source project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4Days 76-90 — ship it to real users and measure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5Publish a case study each month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Worth Joining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▶Laravel — laracasts.com, r/laravel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▶React / Node — reactiflux Discord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▶WordPress — WP Tavern, Post Status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▶AI Coding — cursor.sh/community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▶Freelancing — IndieHackers, MegaMaker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Reading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▶The Pragmatic Programmer — Hunt &amp; Thomas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▶Designing Data-Intensive Applications — Kleppmann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▶Refactoring — Martin Fowler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▶Staff Engineer — Will Larson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▶The Mom Test — Rob Fitzpatrick (for talking to customers)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Podcasts &amp; Channels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▶Syntax.fm (frontend)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▶Lex Fridman Podcast (AI/ML)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▶The Laracasts Snippet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▶Dan Abramov's Overreacted blog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▶Fireship YouTube (100-sec summaries)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That Will Change In 2026-2027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▶AI agents that ship entire features autonomously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▶Typescript-first PHP &amp; Laravel tooling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▶Rust-based JavaScript build tools (Oxc, Rolldown)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▶Edge-first databases (Turso, PlanetScale, Neon)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▶Passkeys replacing passwords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Back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▶Write about what you learned — tutorials get you noticed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▶Answer StackOverflow questions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▶Open-source a utility library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▶Mentor one junior developer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▶Speak at a local meetup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Words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54864" cy="1188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Shape 8"/>
          <p:cNvSpPr/>
          <p:nvPr/>
        </p:nvSpPr>
        <p:spPr>
          <a:xfrm>
            <a:off x="512064" y="1234440"/>
            <a:ext cx="11219688" cy="1188720"/>
          </a:xfrm>
          <a:prstGeom prst="rect">
            <a:avLst/>
          </a:prstGeom>
          <a:solidFill>
            <a:srgbClr val="3730A3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25880"/>
            <a:ext cx="110002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best way to predict the future is to build it. You now have the tools to build entire websites, APIs, and stores — augmented by the most capable AI ever created. Ship relentlessly, stay curious, keep the user in mind."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10312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Your instructor — Adam Johnson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▶Launch is the start, not the end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▶3-2-1 backups + monthly restore drills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▶AI changes the role — build, measure, iterate 10x faster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▶Invest in learning new stacks every 6-12 months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▶Ship in public — portfolios compound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Congratulations — You Completed The Bootcamp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three full-stack e-commerce sites, learned eight programming languages, and shipped a real product to a real domain. This is only the start.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Shape 9"/>
          <p:cNvSpPr/>
          <p:nvPr/>
        </p:nvSpPr>
        <p:spPr>
          <a:xfrm>
            <a:off x="512064" y="2240280"/>
            <a:ext cx="11219688" cy="822960"/>
          </a:xfrm>
          <a:prstGeom prst="rect">
            <a:avLst/>
          </a:prstGeom>
          <a:solidFill>
            <a:srgbClr val="047857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3172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next step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60604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project from this bootcamp and deploy it to production with your own brand by the end of this week.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Swiss Bridge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24: Lesson 24: Launch, Maintenance, Backups &amp; The AI-Powered Developer Roadmap</dc:title>
  <dc:subject>AI-Powered Full Stack Development Bootcamp</dc:subject>
  <dc:creator>Swiss Bridge Academy</dc:creator>
  <cp:lastModifiedBy>Swiss Bridge Academy</cp:lastModifiedBy>
  <cp:revision>1</cp:revision>
  <dcterms:created xsi:type="dcterms:W3CDTF">2026-04-18T17:27:31Z</dcterms:created>
  <dcterms:modified xsi:type="dcterms:W3CDTF">2026-04-18T17:27:31Z</dcterms:modified>
</cp:coreProperties>
</file>