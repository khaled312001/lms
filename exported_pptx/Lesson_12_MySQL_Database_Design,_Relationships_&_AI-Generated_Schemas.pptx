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Design, Relationships &amp; AI-Generated Schemas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remain the backbone of transactional apps. Master MySQL 8 with design principles, SQL, indexes, and AI-driven schema generation for real projects.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▶Design normalised tables for an e-commerce store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▶Master CRUD SQL: SELECT, INSERT, UPDATE, DELETE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JOINs, subqueries, GROUP BY, window functions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▶Understand indexes and query performance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AI to generate migrations &amp; seed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                    #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DATABASES;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shop CHARACTER SET utf8mb4 COLLATE utf8mb4_unicode_ci;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shop;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TABLES;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You Will Actually Use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UNSIGNED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IDs, FKs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text (≤ 255)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LONGTEXT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DECIMAL(10,2)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(never FLOAT!)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Created/updated times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structured fields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small 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 flags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Table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products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    BIGINT UNSIGNED AUTO_INCREMENT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sku           VARCHAR(50)  NOT NULL UNIQUE,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      VARCHAR(255)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slug          VARCHAR(255) NOT NULL UNIQUE,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  TEXT,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price_cents   INT UNSIGNED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stock         INT UNSIGNED NOT NULL DEFAULT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category_id   BIGINT UNSIGNED,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created_at    TIMESTAMP DEFAULT CURRENT_TIMESTAMP,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updated_at    TIMESTAMP DEFAULT CURRENT_TIMESTAMP ON UPDATE CURRENT_TIMESTAMP,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idx_products_category (category_id),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idx_products_price    (price_cents)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Relationship Types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1️⃣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Profile. Keep in same table unless profiles are huge.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61104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98264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8264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Products. Child table holds the FK.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65008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02168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02168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↔ Tags via a pivot table.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Schema (ERD)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         (id, name, email, password, created_at)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addresses      (id, user_id→, line1, city, postal_code, country)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     (id, parent_id→, name, slug)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      (id, sku, name, price_cents, stock, category_id→)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          (id, 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product_tag    (product_id→, tag_id→)          -- pivot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        (id, user_id→, address_id→, status, total_cents, placed_at)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    (id, order_id→, product_id→, qty, unit_price_cents)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        (id, product_id→, user_id→, rating, body)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In Practice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order_items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    BIGINT UNSIGNED AUTO_INCREMENT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order_id      BIGINT UNSIGNED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product_id    BIGINT UNSIGNED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qty           INT UNSIGNED   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unit_price_cents INT UNSIGNED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(order_id)   REFERENCES orders(id)  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(product_id) REFERENCES products(id) ON DELETE RESTRICT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users (name, email, password)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('Alice', 'a@x.com', '$2y$10$...');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price_cents = price_cents * 0.9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category_id = 3;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reviews WHERE rating = 1 AND created_at &lt; NOW() - INTERVAL 1 YEAR;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962656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54096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28416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a WHERE on UPDATE/DELETE. UPDATE users SET email = "x" (no WHERE) will change every user.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— The Query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072384"/>
          </a:xfrm>
          <a:prstGeom prst="roundRect">
            <a:avLst>
              <a:gd name="adj" fmla="val 297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 watches under $500, newest first, page 2 (20/page)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name, price_cents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category_id =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 price_cents &lt; 50000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created_at DESC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20 OFFSET 20;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Aggregate: revenue per category this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SUM(oi.qty * oi.unit_price_cents) AS revenue_cents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order_items oi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products  p ON p.id = oi.product_id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categories c ON c.id = p.category_id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orders    o ON o.id = oi.order_id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o.placed_at &gt;= DATE_FORMAT(NOW(), '%Y-%m-01')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revenue_cents DESC;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JOIN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that match on both sides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JOIN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row from the left, NULL when no match on the right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JOIN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of LEFT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JOIN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MySQL — use UNION of LEFT + RIGHT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297180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817352" y="30815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10817352" y="3081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" y="310896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Customers who have placed an 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u.id, u.name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users 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orders o ON o.user_id = u.id;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Customers who have NEVER placed an 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u.id, u.name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users 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o.user_id = u.id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o.id IS NULL;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— Fast Reads, Slower Writes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Single-column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idx_products_slug ON products(slug);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Composite (order matters — used for filter combinations)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idx_orders_user_status ON orders(user_id, status);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Partial / prefix for long 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idx_products_name_prefix ON products(name(50));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See if a query uses your index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* FROM products WHERE slug = 'my-watch';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3456432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47872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FK, every column used in WHERE or ORDER BY on large tables, should have an index.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products SET stock = stock - 1 WHERE id = 42;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order_items (order_id, product_id, qty, unit_price_cents)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(99, 42, 1, 19900);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If anything is wrong, we roll back: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ROLLBACK;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guarantee all-or-nothing execution — essential for money, inventory, and transfers.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Rank products by revenue within each category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c.name AS category,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p.name AS product,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SUM(oi.qty) AS sold,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 (PARTITION BY c.id ORDER BY SUM(oi.qty) DESC) AS rank_in_cat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order_items oi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products   p ON p.id = oi.product_id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categories c ON c.id = p.category_id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c.id, p.id;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Columns (MySQL 8)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events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BIGINT AUTO_INCREMENT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payload    JSON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created_at TIMESTAMP DEFAULT CURRENT_TIMESTAMP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events (payload)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('{"type":"signup","user":123,"plan":"pro"}');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payload-&gt;&gt;'$.type'  AS 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payload-&gt;&gt;'$.plan'  AS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events;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Index a JSON field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INDEX idx_event_type ((CAST(payload-&gt;&gt;'$.type' AS CHAR(50))));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&amp; Restores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Dump a full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shop &gt; shop-2026-04-18.sql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 shop &lt; shop-2026-04-18.sql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specific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shop users orders &gt; users-orders.sql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Safer option — schema only, no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--no-data shop &gt; schema.sql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3456432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47872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daily backups on Hostinger (covered in lesson 24). Test the restore before you need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for Schemas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 complete MySQL 8 schema for an e-commerce store with: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Users, addresses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Products with categories, tags, variants (size/color)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Orders, order items, payments, shipments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Reviews with aggregate rating on products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utf8mb4, InnoDB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DECIMAL(10,2) for all money fields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Indexes on every FK + search-common columns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ON DELETE strategies documented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Seed data: 3 users, 20 products, 5 categories, 10 orders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 single migrations.sql file only.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Security Basics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▶Create app-specific users; never use root from apps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▶Grant least-privilege: GRANT SELECT, INSERT, UPDATE, DELETE ON shop.* TO ...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▶Always use prepared statements in app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▶Validate input types in app layer too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▶Back up every night; restore-test monthly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Tools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Workbench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TablePlus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\$79 lifetime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Beautiful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DBeaver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 every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phpMyAdmin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into Hostinger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DataGrip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▶Normalise to 3NF, denormalise only when needed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▶Always parametrize queries — never string-concat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▶Indexes speed reads but slow writes — measure with EXPLAIN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transactions for any multi-statement business logic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▶AI can generate entire schemas — always review for indexes and types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13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ready. Time to meet the framework that ships 70% of PHP SaaS: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11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Lesson 12: MySQL Database Design, Relationships &amp; AI-Generated Schemas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