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4114800"/>
          </a:xfrm>
          <a:prstGeom prst="rect">
            <a:avLst/>
          </a:prstGeom>
          <a:solidFill>
            <a:srgbClr val="6D28D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12188952" cy="2057400"/>
          </a:xfrm>
          <a:prstGeom prst="rect">
            <a:avLst/>
          </a:prstGeom>
          <a:solidFill>
            <a:srgbClr val="DB2777">
              <a:alpha val="40000"/>
            </a:srgbClr>
          </a:solidFill>
          <a:ln/>
        </p:spPr>
      </p:sp>
      <p:pic>
        <p:nvPicPr>
          <p:cNvPr id="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7196" y="548640"/>
            <a:ext cx="219456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65676" y="1691640"/>
            <a:ext cx="3657600" cy="411480"/>
          </a:xfrm>
          <a:prstGeom prst="roundRect">
            <a:avLst>
              <a:gd name="adj" fmla="val 4444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65676" y="1691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10 / 24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React + TypeScript Storefront UI with AI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371600" y="374904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a production-style e-commerce storefront UI: product grid, cart drawer, checkout flow, responsive nav — all in React 19 + TypeScript + Tailwind + shadcn/ui.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15671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671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5h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5671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6839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6839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5h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16839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18007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8007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18007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19175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9175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19175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20343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0343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20343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Build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▶Responsive navbar with cart badge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▶Product grid with hover effects and skeleton loaders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▶Product detail page with image gallery + variants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▶Cart drawer (slide-out) with quantity stepper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▶Multi-step checkout (address → shipping → payment)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▶Order-confirmation page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▶Dark mode toggle with localStorage persistence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920240"/>
          </a:xfrm>
          <a:prstGeom prst="roundRect">
            <a:avLst>
              <a:gd name="adj" fmla="val 4762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create vite@latest storefront -- --template react-ts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storefront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 tailwindcss@4 @tailwindcss/vite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 react-router-dom @tanstack/react-query zustand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 react-hook-form zod @hookform/resolvers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 lucide-react clsx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shadcn/ui CLI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shadcn@latest init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shadcn@latest add button card dialog input label sheet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Types (types/shop.ts)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4224528"/>
          </a:xfrm>
          <a:prstGeom prst="roundRect">
            <a:avLst>
              <a:gd name="adj" fmla="val 216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995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interface Product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id:          string;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slug:        string;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       string;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description: string;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price:       number;   // cents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image:       string;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category:    string;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rating:      number;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stock:       number;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interface CartLine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product:  Product;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quantity: number;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interface Address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      string;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line1:      string;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city:       string;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postalCode: string;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country:    string;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Store With Zustand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5212080"/>
          </a:xfrm>
          <a:prstGeom prst="roundRect">
            <a:avLst>
              <a:gd name="adj" fmla="val 1754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create } from 'zustand';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persist } from 'zustand/middleware';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State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lines: CartLine[];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add:    (p: Product, qty?: number) =&gt; void;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remove: (id: string) =&gt; void;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setQty: (id: string, qty: number) =&gt; void;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clear:  () =&gt; void;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total:  () =&gt; number;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useCart = create&lt;State&gt;()(persist(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(set, get) =&gt; 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lines: [],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add: (p, qty = 1) =&gt; set(s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 existing = s.lines.find(l =&gt; l.product.id === p.id);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(existing) existing.quantity += qty;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else s.lines.push({ product: p, quantity: qty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{ lines: [...s.lines]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remove: (id) =&gt; set(s =&gt; ({ lines: s.lines.filter(l =&gt; l.product.id !== id) })),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setQty: (id, qty) =&gt; set(s =&gt; 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lines: s.lines.map(l =&gt; l.product.id === id ? { ...l, quantity: qty } : 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clear: () =&gt; set({ lines: [] }),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total: () =&gt; get().lines.reduce((t, l) =&gt; t + l.product.price * l.quantity, 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name: 'cart-v1'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Navbar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4553712"/>
          </a:xfrm>
          <a:prstGeom prst="roundRect">
            <a:avLst>
              <a:gd name="adj" fmla="val 200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4325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ShoppingCart, Menu } from 'lucide-react';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useCart } from '../stores/cart';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Navbar()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count = useCart(s =&gt; s.lines.reduce((t, l) =&gt; t + l.quantity, 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&lt;header className="sticky top-0 z-40 bg-white/80 dark:bg-slate-900/80 backdrop-blur border-b"&gt;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&lt;div className="max-w-6xl mx-auto px-4 h-16 flex items-center justify-between"&gt;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&lt;a href="/" className="text-xl font-bold"&gt;SwissShop&lt;/a&gt;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&lt;nav className="hidden md:flex gap-6"&gt;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&lt;a href="/products"&gt;Products&lt;/a&gt;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&lt;a href="/about"&gt;About&lt;/a&gt;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&lt;/nav&gt;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&lt;button className="relative" aria-label="Open cart"&gt;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&lt;ShoppingCart/&gt;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{count &gt; 0 &amp;&amp;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&lt;span className="absolute -top-2 -right-2 bg-pink-500 text-white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rounded-full text-xs h-5 w-5 flex items-center justify-center"&gt;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{count}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&lt;/span&gt;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&lt;/button&gt;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&lt;/div&gt;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&lt;/header&gt;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Grid with Skeleton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4059936"/>
          </a:xfrm>
          <a:prstGeom prst="roundRect">
            <a:avLst>
              <a:gd name="adj" fmla="val 2252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831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ProductGrid()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data, isPending } = useQuery({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queryKey: ['products'],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queryFn:  () =&gt; fetch('/api/products').then(r =&gt; r.json() as Promise&lt;Product[]&gt;),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(isPending) return &lt;GridSkeleton/&gt;;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className="grid grid-cols-1 sm:grid-cols-2 lg:grid-cols-4 gap-6"&gt;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{data!.map(p =&gt; &lt;ProductCard key={p.id} product={p}/&gt;)}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GridSkeleton()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className="grid grid-cols-1 sm:grid-cols-2 lg:grid-cols-4 gap-6"&gt;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{Array.from({length: 8}).map((_, i) =&gt;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&lt;div key={i} className="h-64 rounded-xl bg-slate-200 dark:bg-slate-700 animate-pulse"/&gt;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ProductCard Component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236976"/>
          </a:xfrm>
          <a:prstGeom prst="roundRect">
            <a:avLst>
              <a:gd name="adj" fmla="val 282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008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ProductCard({ product }: { product: Product })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add = useCart(s =&gt; s.add);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&lt;article className="group rounded-xl overflow-hidden border hover:shadow-lg transition"&gt;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&lt;img src={product.image} alt={product.name}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className="aspect-square w-full object-cover group-hover:scale-105 transition"/&gt;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&lt;div className="p-4"&gt;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&lt;h3 className="font-semibold"&gt;{product.name}&lt;/h3&gt;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&lt;p className="mt-1 text-slate-600"&gt;${(product.price/100).toFixed(2)}&lt;/p&gt;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&lt;button onClick={() =&gt; add(product)}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className="mt-3 w-full bg-indigo-600 hover:bg-indigo-700 text-white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py-2 rounded-lg font-medium transition"&gt;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Add to Cart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&lt;/button&gt;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&lt;/div&gt;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&lt;/article&gt;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Drawer (shadcn Sheet)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895344"/>
          </a:xfrm>
          <a:prstGeom prst="roundRect">
            <a:avLst>
              <a:gd name="adj" fmla="val 2347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666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Sheet, SheetContent, SheetHeader, SheetTitle } from '@/components/ui/sheet';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CartDrawer({ open, onOpenChange }: { open: boolean; onOpenChange: (o: boolean) =&gt; void })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lines = useCart(s =&gt; s.lines);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total = useCart(s =&gt; s.total());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&lt;Sheet open={open} onOpenChange={onOpenChange}&gt;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&lt;SheetContent className="flex flex-col"&gt;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&lt;SheetHeader&gt;&lt;SheetTitle&gt;Your Cart&lt;/SheetTitle&gt;&lt;/SheetHeader&gt;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&lt;ul className="flex-1 space-y-4 overflow-y-auto"&gt;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{lines.map(l =&gt; &lt;CartLineRow key={l.product.id} line={l}/&gt;)}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&lt;/ul&gt;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&lt;div className="border-t pt-4"&gt;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&lt;div className="flex justify-between text-lg font-bold"&gt;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&lt;span&gt;Total&lt;/span&gt;&lt;span&gt;${(total/100).toFixed(2)}&lt;/span&gt;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&lt;/div&gt;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&lt;Button asChild className="w-full mt-3"&gt;&lt;a href="/checkout"&gt;Checkout&lt;/a&gt;&lt;/Button&gt;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&lt;/div&gt;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&lt;/SheetContent&gt;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&lt;/Sheet&gt;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Checkout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907792"/>
          </a:xfrm>
          <a:prstGeom prst="roundRect">
            <a:avLst>
              <a:gd name="adj" fmla="val 314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Step = 'address' | 'shipping' | 'payment' | 'confirm';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Checkout()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[step, setStep] = useState&lt;Step&gt;('address');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[data, setData] = useState&lt;Partial&lt;CheckoutData&gt;&gt;({});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className="max-w-2xl mx-auto py-10 px-4"&gt;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&lt;Stepper current={step}/&gt;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{step === 'address'  &amp;&amp; &lt;AddressStep  onDone={(d) =&gt; { setData({...data,...d}); setStep('shipping'); }}/&gt;}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{step === 'shipping' &amp;&amp; &lt;ShippingStep onDone={(d) =&gt; { setData({...data,...d}); setStep('payment'); }}/&gt;}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{step === 'payment'  &amp;&amp; &lt;PaymentStep  onDone={(d) =&gt; { setData({...data,...d}); setStep('confirm'); }}/&gt;}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{step === 'confirm'  &amp;&amp; &lt;ConfirmStep  data={data as CheckoutData}/&gt;}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Step With Validation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730752"/>
          </a:xfrm>
          <a:prstGeom prst="roundRect">
            <a:avLst>
              <a:gd name="adj" fmla="val 2451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addressSchema = z.object({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      z.string().min(2),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line1:      z.string().min(3),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city:       z.string().min(2),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postalCode: z.string().regex(/^[A-Z0-9 -]{3,10}$/),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country:    z.string().length(2),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AddressStep({ onDone }: { onDone: (d: Address) =&gt; void })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register, handleSubmit, formState:{ errors } }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useForm&lt;Address&gt;({ resolver: zodResolver(addressSchema)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&lt;form onSubmit={handleSubmit(onDone)} className="space-y-4"&gt;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&lt;Field label="Full name" error={errors.name} {...register('name')}/&gt;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&lt;Field label="Address"   error={errors.line1} {...register('line1')}/&gt;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&lt;Field label="City"      error={errors.city} {...register('city')}/&gt;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&lt;Field label="ZIP"       error={errors.postalCode} {...register('postalCode')}/&gt;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 type="submit"&gt;Continue&lt;/Button&gt;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&lt;/form&gt;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Toggle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907792"/>
          </a:xfrm>
          <a:prstGeom prst="roundRect">
            <a:avLst>
              <a:gd name="adj" fmla="val 314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ThemeToggle()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[theme, setTheme] = useState&lt;'light'|'dark'&gt;(() =&gt;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(localStorage.getItem('theme') as 'light'|'dark') ?? 'light');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useEffect(()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document.documentElement.classList.toggle('dark', theme === 'dark');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localStorage.setItem('theme', theme);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 [theme]);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&lt;button onClick={() =&gt; setTheme(t =&gt; t === 'light' ? 'dark' : 'light')}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aria-label="Toggle theme"&gt;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{theme === 'light' ? &lt;Moon/&gt; : &lt;Sun/&gt;}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&lt;/button&gt;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State — Filters &amp; Sort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895344"/>
          </a:xfrm>
          <a:prstGeom prst="roundRect">
            <a:avLst>
              <a:gd name="adj" fmla="val 2347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666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useSearchParams } from 'react-router-dom';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ProductFilters()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[params, setParams] = useSearchParams();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category = params.get('category') ?? 'all';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sort     = params.get('sort')     ?? 'newest';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className="flex gap-3"&gt;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&lt;select value={category} onChange={e =&gt; setParams(p =&gt; { p.set('category', e.target.value); return p; })}&gt;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&lt;option value="all"&gt;All&lt;/option&gt;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&lt;option value="watches"&gt;Watches&lt;/option&gt;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&lt;option value="clothes"&gt;Clothes&lt;/option&gt;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&lt;/select&gt;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&lt;select value={sort} onChange={e =&gt; setParams(p =&gt; { p.set('sort', e.target.value); return p; })}&gt;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&lt;option value="newest"&gt;Newest&lt;/option&gt;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&lt;option value="price-asc"&gt;Price ↑&lt;/option&gt;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&lt;option value="price-desc"&gt;Price ↓&lt;/option&gt;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&lt;/select&gt;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Gallery With Keyboard Support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236976"/>
          </a:xfrm>
          <a:prstGeom prst="roundRect">
            <a:avLst>
              <a:gd name="adj" fmla="val 282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008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Gallery({ images }: { images: string[] })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[i, setI] = useState(0);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&lt;img src={images[i]} alt="" className="aspect-square w-full rounded-xl object-cover"/&gt;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&lt;div className="mt-3 flex gap-2"&gt;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{images.map((src, idx) =&gt;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&lt;button key={src} onClick={() =&gt; setI(idx)}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aria-label={`Show image ${idx + 1}`}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className={clsx("h-16 w-16 rounded-lg overflow-hidden border-2",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idx === i ? "border-indigo-600" : "border-transparent")}&gt;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&lt;img src={src} alt="" className="h-full w-full object-cover"/&gt;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&lt;/button&gt;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&lt;/div&gt;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&amp; Empty States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async UI has four states: loading, empty, error, success. Handle them all.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11274552" cy="932688"/>
          </a:xfrm>
          <a:prstGeom prst="roundRect">
            <a:avLst>
              <a:gd name="adj" fmla="val 9804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17352" y="235000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817352" y="23500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377440"/>
            <a:ext cx="10177272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(isPending) return &lt;ProductsSkeleton/&gt;;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(error)     return &lt;ErrorBanner message={error.message} onRetry={refetch}/&gt;;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(products.length === 0) return &lt;EmptyState title="No products" cta="Browse categories"/&gt;;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&lt;ProductGrid products={products}/&gt;;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The UI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249424"/>
          </a:xfrm>
          <a:prstGeom prst="roundRect">
            <a:avLst>
              <a:gd name="adj" fmla="val 406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020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cart.test.tsx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render, screen, fireEvent } from '@testing-library/react';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vi } from 'vitest';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ProductCard } from './ProductCard';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useCart } from '../stores/cart';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it('adds product to cart on click', 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fakeProduct = { id:'1', name:'Watch', price:1999, /* ... */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render(&lt;ProductCard product={fakeProduct as any}/&gt;);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fireEvent.click(screen.getByText(/add to cart/i));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expect(useCart.getState().lines).toHaveLength(1);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Patterns For This Build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920240"/>
          </a:xfrm>
          <a:prstGeom prst="roundRect">
            <a:avLst>
              <a:gd name="adj" fmla="val 4762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1 — architecture: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Generate the folder structure for a Vite + React 19 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TypeScript storefront with Tailwind, shadcn/ui, Zustand,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React Query, React Router, Zod. Separate features/, shared/,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app/, and types/.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2 — a specific component: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Implement ProductCard per /types/shop.ts Product interface.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Tailwind only. Add accessible 'Add to cart' with aria-label.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 Zustand cart store shown below: &lt;paste the store&gt;.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907792"/>
          </a:xfrm>
          <a:prstGeom prst="roundRect">
            <a:avLst>
              <a:gd name="adj" fmla="val 314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app/          # router, providers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features/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cart/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store.ts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CartDrawer.tsx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CartLineRow.tsx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checkout/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products/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api.ts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ProductCard.tsx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ProductGrid.tsx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shared/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components/  # Button, Field, Spinner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lib/         # utils, format, cn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types/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The UI (Preview)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932688"/>
          </a:xfrm>
          <a:prstGeom prst="roundRect">
            <a:avLst>
              <a:gd name="adj" fmla="val 9804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             # builds /dist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vercel                # 30 seconds to a live URL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netlify deploy --prod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304288"/>
            <a:ext cx="54864" cy="8229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" y="2304288"/>
            <a:ext cx="11219688" cy="822960"/>
          </a:xfrm>
          <a:prstGeom prst="rect">
            <a:avLst/>
          </a:prstGeom>
          <a:solidFill>
            <a:srgbClr val="0E7490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95728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670048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deploy the *full stack* version to Hostinger in Lesson 23.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9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▶Storing server data in Zustand instead of TanStack Query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▶Missing key on list items — subtle bugs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▶Calling setState inside render (infinite loop)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▶Forgetting to depth-clone in Zustand updates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▶Using index as key in reordered lists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▶Zustand for client state, TanStack Query for server state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▶shadcn/ui gives you polished components in one command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▶Forms use react-hook-form + zod for type-safe validation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▶URL search params beat useState for filters (shareable + back button works)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▶Every async UI = loading + empty + error + success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Lesson 11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UI, nothing to render yet. Time for the backend. Next: </a:t>
            </a:r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 Fundamentals &amp; Object-Oriented Programming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Swiss Bridge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10: Lesson 10: Building a React + TypeScript Storefront UI with AI</dc:title>
  <dc:subject>AI-Powered Full Stack Development Bootcamp</dc:subject>
  <dc:creator>Swiss Bridge Academy</dc:creator>
  <cp:lastModifiedBy>Swiss Bridge Academy</cp:lastModifiedBy>
  <cp:revision>1</cp:revision>
  <dcterms:created xsi:type="dcterms:W3CDTF">2026-04-18T17:27:29Z</dcterms:created>
  <dcterms:modified xsi:type="dcterms:W3CDTF">2026-04-18T17:27:29Z</dcterms:modified>
</cp:coreProperties>
</file>