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&amp; Tailwind CSS — Build Landing Pages Fast with AI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reinventing buttons. In this lesson you ship two identical landing pages — once with Bootstrap components, once with Tailwind utilities — and let AI do the heavy lifting in both.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45m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45m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vs Tailwind — The Honest Comparison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Philosophy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Pre-designed components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&lt;link&gt;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+ build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+ Sass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KB CSS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10-30 KB (after purge)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weekend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compatibility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 (classes memorised)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(any LLM nails 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Pick Which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Bootstrap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panels, internal tools, quick prototypes, or when you need mature pre-built components (modals, dropdowns, tabs).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Tailwind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branded sites, marketing pages, design-led teams, or when every px of the UI must be unique.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 30 Seconds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Drop the CDN link in &lt;head&gt;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href="https://cdn.jsdelivr.net/npm/bootstrap@5.3/dist/css/bootstrap.min.css" rel="stylesheet"&gt;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And the JS bundle at the end of &lt;body&gt;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src="https://cdn.jsdelivr.net/npm/bootstrap@5.3/dist/js/bootstrap.bundle.min.js"&gt;&lt;/script&gt;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and you get a responsive grid, 25+ components, and theming via Sass.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 — 12 Columns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class="row g-4"&gt;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col-md-6 col-lg-4"&gt;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 shadow-sm"&gt;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&lt;img src="/p1.jpg" class="card-img-top"&gt;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class="card-body"&gt;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&lt;h5 class="card-title"&gt;Product 1&lt;/h5&gt;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&lt;p class="card-text"&gt;A great product.&lt;/p&gt;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href="#" class="btn btn-primary"&gt;Buy&lt;/a&gt;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repeat .col-* for more cards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Components You Will Use Daily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.navbar .navbar-expand-lg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.modal .fade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.dropdown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.nav .nav-tabs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floating labels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.form-floating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.alert .alert-danger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.toast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Accordion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.accordion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In 60 Seconds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new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my-landing -- --template vanilla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my-landing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-D tailwindcss@4 @tailwindcss/vite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vite.config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tailwindcss from '@tailwindcss/vite'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{ plugins: [tailwindcss()]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style.css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"tailwindcss";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 is zero-config — no PostCSS, no tailwind.config.js required for the basics.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Philosophy — Utility First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OLD: custom CSS for everything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class="btn-primary"&gt;Buy&lt;/button&gt;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Somewhere in CSS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#6366f1;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0.75rem 1.5rem;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0.5rem;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600;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NEW: utilities inline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class="bg-indigo-600 text-white px-6 py-3 rounded-lg font-semibold hover:bg-indigo-700"&gt;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279392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7083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64515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 looks like inline styles!" — It's not. Utilities are constrained to your design tokens and compose under media queries.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Responsive Modifiers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grid-cols-1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md:grid-cols-2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lg:grid-cols-3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md:p-8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children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56432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640px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768px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1024px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1280px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2xl: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1536px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Hero — Bootstrap vs Tailwind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BOOTSTRAP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class="bg-dark text-white py-5"&gt;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class="container text-center py-5"&gt;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 class="display-3 fw-bold"&gt;Ship Faster&lt;/h1&gt;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class="lead mt-3"&gt;Build with AI.&lt;/p&gt;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href="#" class="btn btn-primary btn-lg mt-4"&gt;Start Free&lt;/a&gt;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TAILWIND --&gt;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class="bg-slate-900 text-white py-20"&gt;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class="max-w-6xl mx-auto text-center"&gt;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 class="text-5xl md:text-7xl font-black"&gt;Ship Faster&lt;/h1&gt;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class="mt-4 text-xl"&gt;Build with AI.&lt;/p&gt;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class="mt-8 inline-block bg-indigo-500 px-6 py-3 rounded-lg font-bold hover:bg-indigo-600"&gt;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 Free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AI for Tailwind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pricing section with three tiers in Tailwind v4.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TIERS:  Free ($0), Pro ($9/mo, highlighted), Team ($29/mo)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CARD: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Tier name, price, 5 features (checkmark icons), CTA button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HIGHLIGHT:  Scale-105, purple ring, 'POPULAR' badge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RESPONSIVE: single col on mobile, 3 cols on md+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 MODE:  fully supported via dark:* prefixes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 self-contained &lt;section&gt; HTML block, nothing else.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@apply — When Utilities Aren't Enough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style.css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"tailwindcss";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@utility btn-primary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@apply bg-indigo-600 hover:bg-indigo-700 text-white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px-6 py-3 rounded-lg font-semibold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transition-colors duration-150;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HTML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class="btn-primary"&gt;Buy&lt;/button&gt;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repeated component patterns (e.g. 20 buttons across a site).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Dark Mode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class="bg-white dark:bg-slate-900 text-slate-900 dark:text-white"&gt;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 class="text-2xl"&gt;Hello&lt;/h1&gt;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class="text-slate-600 dark:text-slate-300"&gt;Works everywhere.&lt;/p&gt;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class="dark"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toggleable theme.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Customising Tailwind (v4)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"tailwindcss";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@theme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--font-display: "Poppins", sans-serif;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--color-brand-50:  oklch(97% 0.02 270);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--color-brand-500: oklch(60% 0.2 270);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--color-brand-900: oklch(25% 0.18 270);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--radius-lg: 0.875rem;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are instantly available as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bg-brand-500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rounded-lg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Theming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custom.scss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"bootstrap/scss/functions";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$primary:   #6366f1;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$secondary: #ec4899;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$border-radius: 0.875rem;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"bootstrap/scss/variables";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 "bootstrap/scss/bootstrap";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Build The Same Landing Page Twice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1Create landing-bootstrap/index.html using Bootstrap CDN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2Create landing-tailwind/index.html using Tailwind v4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3Include: navbar, hero, 3 feature cards, pricing table, FAQ, contact form, footer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4Compare file sizes and build times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5Ask AI to port the Bootstrap version to Tailwind — observe what changes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Lucide (lucide.dev)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KB per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KB per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Labs official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Awesome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KB CDN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 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KB per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6 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Icons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KB per 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ecosystem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Component Libraries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▶shadcn/ui — copy-paste Tailwind + React components (the industry favourite)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▶DaisyUI — pre-built Tailwind themes (no React needed)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▶Flowbite — Tailwind components for vanilla or React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▶Headless UI — unstyled, accessible primitives from Tailwind 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▶Radix UI — unstyled primitives (used by shadcn)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Keep Your CSS Slim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▶Tailwind v4 automatically purges unused classes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▶Bootstrap: only import the Sass partials you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minify CSS in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▶Lazy-load non-critical fonts with font-display: swap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▶Lighthouse "Unused CSS" should be under 20 KB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▶Bootstrap = components, Tailwind = utilities — both shine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generates utility class soups better than any human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▶CDN Bootstrap for prototypes, npm-build for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▶Tailwind v4 is zero-config and blazingly fast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▶Dark mode is one class prefix away in both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8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page looks great, but it is not alive yet.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ES2024 Essentials — from variables to async/await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7: Lesson 07: Bootstrap 5 &amp; Tailwind CSS — Build Landing Pages Fast with AI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