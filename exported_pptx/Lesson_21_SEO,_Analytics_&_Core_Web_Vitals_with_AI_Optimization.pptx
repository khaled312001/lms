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Analytics &amp; Core Web Vitals with AI Optimization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site that nobody finds is a failed project. This lesson covers technical SEO, on-page SEO, Core Web Vitals, and the AI tools that automate 80% of the work.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 2026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▶Google AI Overviews now handle 40%+ of searches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▶Quality + E-E-A-T (Experience, Expertise, Authoritativeness, Trust) matter more than ever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▶Core Web Vitals are direct ranking signals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▶LLM crawlers (GPTBot, ClaudeBot, Perplexity) read your content too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▶Structured data (schema.org) drives rich results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▶Unique &lt;title&gt; (50-60 chars)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▶Unique meta description (120-160 chars)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▶Single &lt;h1&gt; that matches user intent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▶alt text on every image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▶Fast-loading pages (CWV green)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▶Clean URL slugs: /products/swiss-classic-chrono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▶Internal links to related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▶&lt;link rel="canonical"&gt;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(Schema.org)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type="application/ld+json"&gt;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"@context": "https://schema.org",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"@type": "Product",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"Swiss Classic Chrono",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"image": ["https://…/front.jpg", "https://…/back.jpg"],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"Automatic chronograph with sapphire crystal…",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"sku": "SCC-42",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"brand": { "@type": "Brand", "name": "SwissShop"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"offers":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"@type": "Offer",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"https://swissshop.com/products/scc-42",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"priceCurrency": "CHF",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"price": "1299.00",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"availability": "https://schema.org/InStock"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"aggregateRating": { "@type": "AggregateRating", "ratingValue": "4.8", "reviewCount": "36"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largest paint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2.5s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responsiveness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stability (layout shift)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65176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265176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432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0175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ranks slow pages lower. A fast site = more organic traffic + higher conversion.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Lighthouse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1Open Chrome DevTools → Lighthouse tab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2Tick "Performance, Accessibility, Best Practices, SEO"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3Mode: Navigation, Device: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4Generate report — aim ≥ 90 in every category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5Export JSON and run PageSpeed Insights on your live URL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Images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&lt;img width&gt; and height to prevent CLS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▶WebP or AVIF (30-70% smaller than JPEG)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▶Responsive srcset + sizes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▶loading="lazy" for below-the-fold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▶CDN — Cloudflare Polish, Bunny Optimiser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Performance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▶Code-split by route — React.lazy + Suspense / Next dynamic imports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▶Remove unused JS libraries (audit bundle with vite-bundle-visualizer)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▶Defer non-critical scripts with async/defer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▶Prefer Edge runtime / streaming where possible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▶Avoid heavy framework updates on every keystroke — use useDeferredValue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&amp; robots.txt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Allow: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/cart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/checkout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Sitemap: https://swissshop.com/sitemap.xml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sitemap.xml (one per section)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&lt;urlset xmlns="http://www.sitemaps.org/schemas/sitemap/0.9"&gt;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&lt;url&gt;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&lt;loc&gt;https://swissshop.com/products/scc-42&lt;/loc&gt;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&lt;lastmod&gt;2026-04-18&lt;/lastmod&gt;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&lt;changefreq&gt;weekly&lt;/changefreq&gt;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&lt;priority&gt;0.9&lt;/priority&gt;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&lt;/url&gt;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&lt;/urlset&gt;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What To Track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▶Acquisition: source/medium (organic, paid, direct)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▶Engagement: time on page, scroll depth, clicks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▶Conversion: add-to-cart, begin-checkout, purchase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▶Revenue: value, AOV, LTV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▶Attribution: first-click vs last-click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GA4 With GDPR Consent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Google Tag Manager for easier switching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async src="https://www.googletagmanager.com/gtag/js?id=G-XXXX"&gt;&lt;/script&gt;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window.dataLayer = window.dataLayer || 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gtag(){dataLayer.push(arguments);}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gtag('consent', 'default',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'ad_storage':         'denied',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'analytics_storage':  'denied'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gtag('js', new Date());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gtag('config', 'G-XXXX');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Call gtag('consent', 'update', {...}) after banner accept --&gt;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Tracking Events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 on add to cart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gtag('event', 'add_to_cart',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currency: 'CHF',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1299,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[{ item_id: 'SCC-42', item_name: 'Swiss Classic Chrono', price: 1299, quantity: 1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 on purchase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gtag('event', 'purchase',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transaction_id: 'ORD-4821',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currency: 'CHF',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1299,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tax: 95.38,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 /* ... */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1Add and verify your site at search.google.com/search-console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2Submit your sitemap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3Monitor Coverage → fix any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4Core Web Vitals report → fix URLs flagged poor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5Performance → which queries bring you traffic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SEO With AI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SEO content strategist.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niche: luxury Swiss watches for men aged 35-55.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20 long-tail SEO keywords with search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(informational / commercial / transactional)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 (low/med/high). Also suggest 10 blog titles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would rank for at least two of these keywords each.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as a markdown table.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LLMs (Answer Engine Optimisation)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clear H2/H3 hierarchy — LLMs parse 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▶Put direct answers in the first paragraph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▶Add summary / TL;DR sections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lists, tables, and bolded key phrases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▶Cite authoritative sources and link out — improves trust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Strategy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new post links to ≥ 3 older, related posts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▶Pillar + cluster model: one long guide + 5-10 deep-dive articles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▶Link from high-traffic pages to conversion pages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descriptive anchor text — "best Swiss watches", not "click here"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(Off-Page SEO)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▶Guest posts on industry blogs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▶Digital PR — data-driven studies journalists quote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▶Podcast appearances with show-notes links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▶Partnerships &amp; co-marketing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buy links — Google penalises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▶UptimeRobot / Better Stack — alert when site is down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▶Search Console — weekly performance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▶GA4 intelligence alerts on anomalies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▶Cron job that checks the homepage daily for regressions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SEO With AI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1Crawl your site with Screaming Frog or Sitebulb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2Export the URL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3Ask Claude to audit titles, meta descriptions, H1s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4Produce a CSV with recommended changes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5Update in bulk via WP-CLI or a Laravel artisan command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▶Core Web Vitals + structured data = baseline for ranking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▶Write for humans first, machines second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accelerates keyword research, content drafts, audits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▶Measure — GA4, Search Console, Lighthouse, real-user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▶Internal links + backlinks + authority &gt; keyword stuffing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22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be found. Now we make sure you can't be hacked: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— OWASP Top 10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21: Lesson 21: SEO, Analytics &amp; Core Web Vitals with AI Optimization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