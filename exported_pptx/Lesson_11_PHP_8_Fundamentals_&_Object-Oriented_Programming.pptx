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11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Fundamentals &amp; Object-Oriented Programming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runs 78% of the web. Modern PHP 8.3 is strongly typed, fast, and joyful. This lesson teaches you PHP as a first-class language — ready for Laravel in the next module.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30m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30m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PHP in 2026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▶WordPress, Laravel, Symfony, Magento, Shopify admin — all PHP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▶Shared hosting everywhere (perfect for Hostinger deployments)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▶PHP 8.3 is 3-5x faster than PHP 7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▶Types, enums, readonly classes, first-class callables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▶Huge ecosystem via Composer (PHP's npm)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declare(strict_types=1);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'Hello, ' . PHP_EOL;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"Running PHP " . PHP_VERSION . "\n";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Modern, short syntax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TAX_RATE = 0.08;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$total = 100 * (1 + TAX_RATE);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printf('Total: $%.2f%s', $total, PHP_EOL);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highlight>
                  <a:srgbClr val="1E29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php hello.php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Types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  = 'Alice';              //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$age   = 30;                   // 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$price = 99.99;                // float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$isPro = true;                 // bool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$tags  = ['laravel', 'php'];   // array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Typed variables (with strict types)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greet(string $name, int $age = 0):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"Hi $name ($age)";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greet('Alice', 30);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— The Swiss Army Knife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072384"/>
          </a:xfrm>
          <a:prstGeom prst="roundRect">
            <a:avLst>
              <a:gd name="adj" fmla="val 297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843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Indexed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$prices = [10, 20, 30];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$prices[] = 40;                 // push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Associative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$user = ['name' =&gt; 'Alice', 'email' =&gt; 'a@x.com'];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$user['age'] = 30;              // add/set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($prices as $p)        echo $p . "\n";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($user   as $k =&gt; $v)  echo "$k=$v\n";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Functional helpers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$total  = array_sum($prices);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$tax    = array_map(fn($p) =&gt; $p * 1.08, $prices);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$costly = array_filter($prices, fn($p) =&gt; $p &gt; 15);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401568"/>
          </a:xfrm>
          <a:prstGeom prst="roundRect">
            <a:avLst>
              <a:gd name="adj" fmla="val 26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/ elseif / else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($age &lt; 18)      echo 'minor';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elseif ($age &lt; 65)  echo 'adult';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                echo 'senior';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Match expression (PHP 8+)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$label = match(true)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$age &lt; 18  =&gt; 'minor',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$age &lt; 65  =&gt; 'adult',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   =&gt; 'senior',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Null coalescing + nullsafe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$city = $user-&gt;address?-&gt;city ?? 'Unknown';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Loops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($i = 0; $i &lt; 10; $i++) { echo $i;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($queue)        process(array_shift($queue));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236976"/>
          </a:xfrm>
          <a:prstGeom prst="roundRect">
            <a:avLst>
              <a:gd name="adj" fmla="val 282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00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Regular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add(int $a, int $b): int { return $a + $b;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Default + named args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order(string $sku, int $qty = 1, bool $giftWrap = false)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order(sku: 'ABC', giftWrap: true);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Variadic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sum(int ...$nums): int { return array_sum($nums);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sum(1, 2, 3);                             // 6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Arrow function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$double = fn(int $x): int =&gt; $x * 2;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First-class callable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$fn = strtoupper(...);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$fn('hello');                         // HELLO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895344"/>
          </a:xfrm>
          <a:prstGeom prst="roundRect">
            <a:avLst>
              <a:gd name="adj" fmla="val 23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__construct(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public readonly string $id,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public string $name,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public float  $price,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private int   $stock = 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{}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inStock():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$this-&gt;stock &gt;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reserve(int $qty): void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($qty &gt; $this-&gt;stock) throw new RuntimeException('OOS');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$this-&gt;stock -= $qty;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 = new Product(id: 'p1', name: 'Watch', price: 199, stock: 10);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$p-&gt;reserve(2);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$p-&gt;name;                              // Watch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266944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5266944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358384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magic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5632704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property promotion writes your class in 5 lines instead of 30.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&amp; Interfaces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Payable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total(): float;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class Order implements Payable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abstract public function items(): array;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total(): float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array_sum(array_map(fn($i) =&gt; $i-&gt;price, $this-&gt;items()));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ShopOrder extends Order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__construct(private array $lines)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items(): array { return $this-&gt;lines;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(PHP 8.1+)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730752"/>
          </a:xfrm>
          <a:prstGeom prst="roundRect">
            <a:avLst>
              <a:gd name="adj" fmla="val 2451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OrderStatus: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Pending   = 'pending';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Paid      = 'paid';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Shipped   = 'shipped';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Delivered = 'delivered';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Cancelled = 'cancelled';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label():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match($this)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self::Pending   =&gt; 'Awaiting Payment',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self::Paid      =&gt; 'Processing',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self::Shipped   =&gt; 'In Transit',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self::Delivered =&gt; 'Complete',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self::Cancelled =&gt; 'Cancelled',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$status = OrderStatus::Paid;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$status-&gt;label();                     // Processing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&amp; Autoloading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236976"/>
          </a:xfrm>
          <a:prstGeom prst="roundRect">
            <a:avLst>
              <a:gd name="adj" fmla="val 282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00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src/Models/Product.php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App\Models;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 {}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composer.json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"autoload":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"psr-4": { "App\\": "src/"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index.php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 'vendor/autoload.php';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App\Models\Product;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 = new Product();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608576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highlight>
                  <a:srgbClr val="1E29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dump-autoload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whenever you add a new file.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— Exceptions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InsufficientStockException extends RuntimeException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__construct(public readonly string $sku)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parent::__construct("Out of stock: $sku");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$order-&gt;place();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(InsufficientStockException $e)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log_warn($e-&gt;sku);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show_error('We ran out of that item.');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(Throwable $e)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report($e);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show_error('Something went wrong.');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JSON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$payload = ['user' =&gt; 'alice', 'cart' =&gt; [1, 2, 3]];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$json = json_encode($payload, JSON_PRETTY_PRINT);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Decode (array)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$data = json_decode($json, true);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Decode (object)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$obj = json_decode($json);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Sending a JSON response from a PHP script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header('Content-Type: application/json');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json_encode(['ok' =&gt; true]);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— PHP's Package Manager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init                        # new project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require monolog/monolog     # install lib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update                      # update 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require --dev phpunit/phpunit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dump-autoload               # regenerate autoloader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composer.json excerpt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"require":      { "monolog/monolog": "^3.0"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"require-dev":  { "phpunit/phpunit": "^10.0"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Files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$text = file_get_contents('data.txt');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file_put_contents('copy.txt', strtoupper($text));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(glob('uploads/*.jpg') as $path)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$size = filesize($path);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basename($path) . ": $size bytes\n";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CSV reading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$fh = fopen('users.csv', 'r');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($row = fgetcsv($fh))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[$name, $email] = $row;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insertUser($name, $email);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fclose($fh);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— Database Access Without Frameworks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$pdo = new PDO(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'mysql:host=localhost;dbname=shop;charset=utf8mb4',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'root', '',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[PDO::ATTR_ERRMODE =&gt; PDO::ERRMODE_EXCEPTION]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Safe, parameterised query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 = $pdo-&gt;prepare('SELECT * FROM products WHERE category = ? AND price &lt; ?');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$stmt-&gt;execute(['watches', 500]);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$rows = $stmt-&gt;fetchAll(PDO::FETCH_ASSOC);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Insert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$pdo-&gt;prepare('INSERT INTO users (email) VALUES (?)')-&gt;execute(['a@b.com']);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950208"/>
            <a:ext cx="54864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3950208"/>
            <a:ext cx="11219688" cy="822960"/>
          </a:xfrm>
          <a:prstGeom prst="rect">
            <a:avLst/>
          </a:prstGeom>
          <a:solidFill>
            <a:srgbClr val="B91C1C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41648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31596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concatenate SQL with variables. Always use prepared statements.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Dev Server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serve the current directory at http://localhost:8000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-S localhost:8000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serve a /public folder for projects that have an index.php router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-S localhost:8000 -t public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Tooling That Matters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PHPStan / Psalm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 CS Fixer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Xdebug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debugger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Laravel-native formatter (wraps PHP CS Fixer)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Prompts That Rock in PHP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755648"/>
          </a:xfrm>
          <a:prstGeom prst="roundRect">
            <a:avLst>
              <a:gd name="adj" fmla="val 520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a Cart class in PHP 8.3 with: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Constructor property promotion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readonly item records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add(Product $p, int $qty = 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remove(string $sku)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total(): float (with 8% tax)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to_array(): array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full PHPDoc and strict types declared at the top.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a single cart.php file — no prose.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Mini Project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1Build a Cart class per the prompt above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2Write a PHP-only CLI script that reads products.csv, adds 3 to cart, prints the total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3Convert it to an HTTP endpoint with the built-in server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4Add PDO to persist orders to MySQL (you'll set up MySQL in Lesson 12)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▶Modern PHP 8.3 has types, enums, readonly, and match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▶Composer = npm for PHP — use PSR-4 autoloading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▶PDO with prepared statements — never raw SQL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▶The built-in dev server is perfect for local development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▶OOP, interfaces, and enums prepare you for Laravel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12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without data is a calculator. Next: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Design, Relationships &amp; AI-generated Schemas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11: Lesson 11: PHP 8 Fundamentals &amp; Object-Oriented Programming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2026-04-18T17:27:29Z</dcterms:created>
  <dcterms:modified xsi:type="dcterms:W3CDTF">2026-04-18T17:27:29Z</dcterms:modified>
</cp:coreProperties>
</file>